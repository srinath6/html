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33"/>
  </p:notesMasterIdLst>
  <p:handoutMasterIdLst>
    <p:handoutMasterId r:id="rId34"/>
  </p:handoutMasterIdLst>
  <p:sldIdLst>
    <p:sldId id="283" r:id="rId3"/>
    <p:sldId id="375" r:id="rId4"/>
    <p:sldId id="794" r:id="rId5"/>
    <p:sldId id="797" r:id="rId6"/>
    <p:sldId id="795" r:id="rId7"/>
    <p:sldId id="796" r:id="rId8"/>
    <p:sldId id="798" r:id="rId9"/>
    <p:sldId id="799" r:id="rId10"/>
    <p:sldId id="800" r:id="rId11"/>
    <p:sldId id="801" r:id="rId12"/>
    <p:sldId id="819" r:id="rId13"/>
    <p:sldId id="820" r:id="rId14"/>
    <p:sldId id="802" r:id="rId15"/>
    <p:sldId id="803" r:id="rId16"/>
    <p:sldId id="804" r:id="rId17"/>
    <p:sldId id="805" r:id="rId18"/>
    <p:sldId id="806" r:id="rId19"/>
    <p:sldId id="807" r:id="rId20"/>
    <p:sldId id="808" r:id="rId21"/>
    <p:sldId id="809" r:id="rId22"/>
    <p:sldId id="810" r:id="rId23"/>
    <p:sldId id="814" r:id="rId24"/>
    <p:sldId id="815" r:id="rId25"/>
    <p:sldId id="811" r:id="rId26"/>
    <p:sldId id="812" r:id="rId27"/>
    <p:sldId id="813" r:id="rId28"/>
    <p:sldId id="818" r:id="rId29"/>
    <p:sldId id="816" r:id="rId30"/>
    <p:sldId id="817" r:id="rId31"/>
    <p:sldId id="261" r:id="rId32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353" autoAdjust="0"/>
  </p:normalViewPr>
  <p:slideViewPr>
    <p:cSldViewPr>
      <p:cViewPr varScale="1">
        <p:scale>
          <a:sx n="91" d="100"/>
          <a:sy n="91" d="100"/>
        </p:scale>
        <p:origin x="64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15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500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657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833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6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19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40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935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1/27/2020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04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1/27/2020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54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004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779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485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54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075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596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908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1208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44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0523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035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6375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5123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6618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9777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3839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5521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1/26/2020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35E0-6C97-4F43-A6D8-9B45077C310A}" type="datetime1">
              <a:rPr lang="en-US" smtClean="0"/>
              <a:pPr/>
              <a:t>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251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1/26/2020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1/26/2020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1/26/2020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1/26/2020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1/26/2020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1/26/2020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Array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Why to use Array?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Declaring an Array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Types of Array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Single Dimensional Array 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 Dimensional Array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Array is a collection of elements of similar data types.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The size (length) of an array is fixed. It cannot be changed after defining.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The size of an array must be specified by an int value.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The first element of an array starts with index zero.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An element of an array is accessed by its respective index.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Java array can be also used as a static field, a local variable or a method parameter.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81372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141580" cy="40005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index[0]         index[1]        index[2]          index[3]         index[4]        index [5]</a:t>
            </a:r>
          </a:p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length: 6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index: 0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index: 5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24F7F74-18B1-43A6-A97D-CD8A6FA41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849194"/>
              </p:ext>
            </p:extLst>
          </p:nvPr>
        </p:nvGraphicFramePr>
        <p:xfrm>
          <a:off x="1111889" y="1711227"/>
          <a:ext cx="7696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3585712288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3246615701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3430442145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871866364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1008000696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3989869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668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262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Why to use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v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makes the code optimized, we can retrieve or sort the data efficiently.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We can get any data located at an index position.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6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79401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Declaring an Array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Declaring 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[]hello;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hello[];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hello[]={1 , 2, 3, 4, 5, 6};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[];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Instantiating/constructing    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var-name = new type [size];        //syntax 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hello = new int[10];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6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65187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Declaring an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an Array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	hello[0]=10;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	hello[1]=11;</a:t>
            </a:r>
          </a:p>
          <a:p>
            <a:pPr marL="82296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Array Literal 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	int[] hello = new int[]{1, 3, 5, 7, 9};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	int[] hello = {1, 3, 5, 7, 9};  //new is not required in new version of Java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77902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Types of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dimensional array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dimensional array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85107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 descr="A picture containing bird, flower&#10;&#10;Description automatically generated">
            <a:extLst>
              <a:ext uri="{FF2B5EF4-FFF2-40B4-BE49-F238E27FC236}">
                <a16:creationId xmlns:a16="http://schemas.microsoft.com/office/drawing/2014/main" id="{6EFD3E78-BA97-479E-8E6B-BAFD537BD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166616"/>
            <a:ext cx="5877745" cy="356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21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485888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15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20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25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412728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55CC0F07-3EB5-403F-A743-815914C46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742950"/>
            <a:ext cx="54102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05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485888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Enter Length of Array8: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Enter the elements of Array8:</a:t>
            </a:r>
          </a:p>
          <a:p>
            <a:pPr marL="402336" lvl="1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Elements of Array8 are: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7958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 array of objects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10" name="Picture 9" descr="A picture containing bird&#10;&#10;Description automatically generated">
            <a:extLst>
              <a:ext uri="{FF2B5EF4-FFF2-40B4-BE49-F238E27FC236}">
                <a16:creationId xmlns:a16="http://schemas.microsoft.com/office/drawing/2014/main" id="{C0AC5C90-A2BD-4916-9061-4A5AC5C6D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93253"/>
            <a:ext cx="7239000" cy="395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27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485888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Values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: 101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Tanuj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Values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: 202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Anwesh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Values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: 303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Tarun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Exception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886013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485888" cy="41148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an array to a method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AC73CF75-460D-46AE-9864-DBE591ED6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144970"/>
            <a:ext cx="4077269" cy="397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8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485888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862296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an array from a method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CE39AC2C-BDA3-4924-A6B7-F020465F8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428750"/>
            <a:ext cx="4876799" cy="327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04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485888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100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200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400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800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1600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512025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an array from a method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82296" indent="0" algn="just">
              <a:buNone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0BF23670-C48C-406E-97ED-E6B3EAC23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276350"/>
            <a:ext cx="5118158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21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Single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485888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12 is at: 0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7 is at: 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519042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Multi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multidimensional array is an array that contains one or more arrays.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multidimensional array, element of the array holds the reference of another array.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multidimensional array is created by using one set of square brackets “[]” per dimension.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mostly used.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863370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Multi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declare a multidimensional array variable, specify each additional index using another set of square brackets.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twoDimen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][ ] = new int[4][5];</a:t>
            </a:r>
          </a:p>
          <a:p>
            <a:pPr marL="82296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int[][]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{1, 2, 3, 4}, {5, 6, 7} };</a:t>
            </a:r>
          </a:p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881593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Multi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pic>
        <p:nvPicPr>
          <p:cNvPr id="6" name="Content Placeholder 5" descr="A picture containing bird&#10;&#10;Description automatically generated">
            <a:extLst>
              <a:ext uri="{FF2B5EF4-FFF2-40B4-BE49-F238E27FC236}">
                <a16:creationId xmlns:a16="http://schemas.microsoft.com/office/drawing/2014/main" id="{F27E4E98-4A7E-43CC-BDBD-4CC0E0592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42" y="1047750"/>
            <a:ext cx="5115258" cy="3429000"/>
          </a:xfr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804768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Multi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485888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34 87 39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31 65 12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27 64 29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457801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Multi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Picture 7" descr="A close up of a person&#10;&#10;Description automatically generated">
            <a:extLst>
              <a:ext uri="{FF2B5EF4-FFF2-40B4-BE49-F238E27FC236}">
                <a16:creationId xmlns:a16="http://schemas.microsoft.com/office/drawing/2014/main" id="{34052C24-DAD2-457B-81D0-F761695B1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795338"/>
            <a:ext cx="4343400" cy="398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8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Multi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485888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3   7  11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15 19 23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07418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Multi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485888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Java program to multiply two matrices: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A=  2   4   6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8  10 12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14  16 18</a:t>
            </a:r>
          </a:p>
          <a:p>
            <a:pPr marL="82296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B=  1   3   5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7   9  11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13  15 17</a:t>
            </a:r>
          </a:p>
          <a:p>
            <a:pPr marL="82296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451909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Multi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16EEBD62-AC5B-402A-A511-DA43FD898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742950"/>
            <a:ext cx="4667859" cy="430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Multi Dimensional Array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7485888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108 132 156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234 294 354</a:t>
            </a:r>
          </a:p>
          <a:p>
            <a:pPr marL="402336" lvl="1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360 456 552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925821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1/26/2020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30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697</Words>
  <Application>Microsoft Office PowerPoint</Application>
  <PresentationFormat>On-screen Show (16:9)</PresentationFormat>
  <Paragraphs>371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Array</vt:lpstr>
      <vt:lpstr>Array (Cont…)</vt:lpstr>
      <vt:lpstr>Why to use Array?</vt:lpstr>
      <vt:lpstr>Declaring an Array </vt:lpstr>
      <vt:lpstr>Declaring an Array (Cont…) </vt:lpstr>
      <vt:lpstr>Types of Array</vt:lpstr>
      <vt:lpstr>Single Dimensional Array</vt:lpstr>
      <vt:lpstr>Single Dimensional Array (Cont…)</vt:lpstr>
      <vt:lpstr>Single Dimensional Array</vt:lpstr>
      <vt:lpstr>Single Dimensional Array (Cont…)</vt:lpstr>
      <vt:lpstr>Single Dimensional Array (Cont…)</vt:lpstr>
      <vt:lpstr>Single Dimensional Array (Cont…)</vt:lpstr>
      <vt:lpstr>Single Dimensional Array (Cont…)</vt:lpstr>
      <vt:lpstr>Single Dimensional Array (Cont…)</vt:lpstr>
      <vt:lpstr>Single Dimensional Array (Cont…)</vt:lpstr>
      <vt:lpstr>Single Dimensional Array (Cont…)</vt:lpstr>
      <vt:lpstr>Single Dimensional Array (Cont…)</vt:lpstr>
      <vt:lpstr>Single Dimensional Array (Cont…)</vt:lpstr>
      <vt:lpstr>Multi Dimensional Array</vt:lpstr>
      <vt:lpstr>Multi Dimensional Array (Cont…)</vt:lpstr>
      <vt:lpstr>Multi Dimensional Array (Cont…)</vt:lpstr>
      <vt:lpstr>Multi Dimensional Array (Cont…)</vt:lpstr>
      <vt:lpstr>Multi Dimensional Array (Cont…)</vt:lpstr>
      <vt:lpstr>Multi Dimensional Array (Cont…)</vt:lpstr>
      <vt:lpstr>Multi Dimensional Array (Cont…)</vt:lpstr>
      <vt:lpstr>Multi Dimensional Array (Cont…)</vt:lpstr>
      <vt:lpstr>Multi Dimensional Array (Cont…)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2020-01-26T19:08:18Z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