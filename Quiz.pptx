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EB9C-6088-4C51-BA46-050C35EC3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8E84E-CFF9-43D8-BF0D-E4E999EE2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48191-9624-4B28-A1F3-33073ED1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4B738-93C4-4439-82B5-348D49DB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EBDFC-FB75-45BF-A936-B4C6A854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82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D290-2C71-42D2-9017-E1FFA8B0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85760-D7DA-4748-8DBD-C6EBE01B1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CEFA-D8F6-43B2-8C4A-0D0B44C6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5870-CAAD-4566-8E7C-D9983DA40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4550C-FB81-4602-A98A-F79982B8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96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8BE0-6C52-48E0-9EDD-E14DFA7B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C23B6-F1B0-45F5-8220-C3FD0BB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92D7A-8A62-43D8-A26F-666D6016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E9252-60CC-412A-9D15-6D2A9DF0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840E8-3486-407F-9B4F-0E54D4FF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6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95AE-0430-47F4-9F65-3FF74A11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32C54-45AB-4C55-8B71-CFB411909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D670F-AFD6-4912-96DD-B0E5F4152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18DD9-BC84-4554-86EE-347B65B9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C68B4-9590-42FE-8D8D-071D24AC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0FB76-5F4E-41FC-867A-008AF4D6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33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9A79-1897-4D32-B864-74D5AF63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A128-58B1-4B21-9A16-8E1398998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BD2D3-9F04-45A1-9255-401B6CD16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3C9A7-32A6-481D-92D2-F35392641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20913-5891-4873-B3B2-A58437C1B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B9328-D08C-407C-BA39-3E02EAC4C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395601-E667-4EE2-A16B-234133CB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0DC719-977E-4FFA-9710-203718B7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26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5FD9-4825-43B2-895F-71A04C8F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C0D4A-33E1-4763-8D26-1B407A55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9D59B-CA60-4524-B7E2-D96D0D93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9C279-E25D-4190-BBB1-0D04CA3D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32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113896-DE8A-4986-9676-1A5F0608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08A11-F9DE-4222-ACD0-273A84BA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B3763-48B2-4448-9DAB-5124E448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12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33B9-6152-40F3-9FCE-F67026E7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ABAFA-23B4-4778-BE09-C2BDDEEDD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8FE17-CCC3-4F34-8B7C-C8838D7B7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95779-D4AB-4B99-83EF-D21A67DE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CB0FC-0770-45A7-BF06-B65E2BD7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E82EA-E71D-43F2-BE6C-E36C867B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149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2DEA-01DE-45DB-A2BA-305EC012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5CE92-449A-4EE2-AA15-34725FC30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5CCE7-391A-40F9-A1AA-1370B178B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BDCD1-48AC-4678-A754-C7AF6417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FECD7-4E7B-460C-9102-E4F9814E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6FBDB-AB2F-4DE1-A402-C9098105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21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AF9E-CEBD-43E5-B523-9773684B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BE388-8497-40F4-9A6C-071ACEF11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38672-81C1-48AE-921B-323109AEF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7627F-A73C-4882-BDD7-AF954966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B1630-0E44-4351-98CE-63EE059D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95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99A2F-E86A-4A8B-A59B-820935026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A4E5D-BC6B-40AE-AB11-0F30599F1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41D15-132A-4A99-A242-9BE46678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AAAFE-E163-4CF8-8775-350E45AB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6CF2A-31FF-4145-82EC-D78BE16E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54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16258-3C72-4508-A8B8-1817D92A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A19AB-96C8-4EAA-92A3-E1429E91C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A579B-53D2-4D65-8188-F956C0F7E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14ECD-D3C4-4A7F-BA8B-0183A4F94C09}" type="datetimeFigureOut">
              <a:rPr lang="en-IN" smtClean="0"/>
              <a:t>08-02-2020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44968-732D-4646-85AD-01BBCDC2C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0E15-5F39-4DD5-A716-DE480EE24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BE0CD-BDA0-4FCF-93E3-4D62F76798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38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FD5C-E3DB-4856-B519-E2E7419C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Q.1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2BEB-920E-4604-BCA7-B73D5F276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class Point { 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m_x</a:t>
            </a:r>
            <a:r>
              <a:rPr lang="en-IN" dirty="0"/>
              <a:t>, </a:t>
            </a:r>
            <a:r>
              <a:rPr lang="en-IN" dirty="0" err="1"/>
              <a:t>m_y</a:t>
            </a:r>
            <a:r>
              <a:rPr lang="en-IN" dirty="0"/>
              <a:t>;  </a:t>
            </a:r>
          </a:p>
          <a:p>
            <a:pPr marL="0" indent="0">
              <a:buNone/>
            </a:pPr>
            <a:r>
              <a:rPr lang="en-IN" dirty="0"/>
              <a:t>    public Point(int x, int y)</a:t>
            </a:r>
          </a:p>
          <a:p>
            <a:pPr marL="0" indent="0">
              <a:buNone/>
            </a:pPr>
            <a:r>
              <a:rPr lang="en-IN" dirty="0"/>
              <a:t> {    </a:t>
            </a:r>
            <a:r>
              <a:rPr lang="en-IN" dirty="0" err="1"/>
              <a:t>m_x</a:t>
            </a:r>
            <a:r>
              <a:rPr lang="en-IN" dirty="0"/>
              <a:t> = x;    </a:t>
            </a:r>
            <a:r>
              <a:rPr lang="en-IN" dirty="0" err="1"/>
              <a:t>m_y</a:t>
            </a:r>
            <a:r>
              <a:rPr lang="en-IN" dirty="0"/>
              <a:t> = y;  } </a:t>
            </a:r>
          </a:p>
          <a:p>
            <a:pPr marL="0" indent="0">
              <a:buNone/>
            </a:pPr>
            <a:r>
              <a:rPr lang="en-IN" dirty="0"/>
              <a:t>    public static void main(String </a:t>
            </a:r>
            <a:r>
              <a:rPr lang="en-IN" dirty="0" err="1"/>
              <a:t>args</a:t>
            </a:r>
            <a:r>
              <a:rPr lang="en-IN" dirty="0"/>
              <a:t>[])  </a:t>
            </a:r>
          </a:p>
          <a:p>
            <a:pPr marL="0" indent="0">
              <a:buNone/>
            </a:pPr>
            <a:r>
              <a:rPr lang="en-IN" dirty="0"/>
              <a:t>    { </a:t>
            </a:r>
          </a:p>
          <a:p>
            <a:pPr marL="0" indent="0">
              <a:buNone/>
            </a:pPr>
            <a:r>
              <a:rPr lang="en-IN" dirty="0"/>
              <a:t>      Point p = new Point(); </a:t>
            </a:r>
          </a:p>
          <a:p>
            <a:pPr marL="0" indent="0">
              <a:buNone/>
            </a:pPr>
            <a:r>
              <a:rPr lang="en-IN" dirty="0"/>
              <a:t>    } 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62774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56D7-CD54-4297-9A0F-312557FF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BA1D-705A-4497-AC51-300526835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97302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D4E3-D63D-4313-BA54-AFBEA92F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2526"/>
          </a:xfrm>
        </p:spPr>
        <p:txBody>
          <a:bodyPr>
            <a:normAutofit fontScale="90000"/>
          </a:bodyPr>
          <a:lstStyle/>
          <a:p>
            <a:r>
              <a:rPr lang="en-IN" dirty="0"/>
              <a:t>Q.2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094C-5D63-4BE0-A238-4186F01D8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47898"/>
            <a:ext cx="5181600" cy="5918662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class Test 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  static int a; </a:t>
            </a:r>
          </a:p>
          <a:p>
            <a:r>
              <a:rPr lang="en-IN" dirty="0"/>
              <a:t>      </a:t>
            </a:r>
          </a:p>
          <a:p>
            <a:r>
              <a:rPr lang="en-IN" dirty="0"/>
              <a:t>    static</a:t>
            </a:r>
          </a:p>
          <a:p>
            <a:r>
              <a:rPr lang="en-IN" dirty="0"/>
              <a:t>    { </a:t>
            </a:r>
          </a:p>
          <a:p>
            <a:r>
              <a:rPr lang="en-IN" dirty="0"/>
              <a:t>        a = 4; 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 ("inside static block\n"); 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 ("a = " + a); </a:t>
            </a:r>
          </a:p>
          <a:p>
            <a:r>
              <a:rPr lang="en-IN" dirty="0"/>
              <a:t>    } </a:t>
            </a:r>
          </a:p>
          <a:p>
            <a:r>
              <a:rPr lang="en-IN" dirty="0"/>
              <a:t>      </a:t>
            </a:r>
          </a:p>
          <a:p>
            <a:r>
              <a:rPr lang="en-IN" dirty="0"/>
              <a:t>    Test() </a:t>
            </a:r>
          </a:p>
          <a:p>
            <a:r>
              <a:rPr lang="en-IN" dirty="0"/>
              <a:t>    { 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 ("\</a:t>
            </a:r>
            <a:r>
              <a:rPr lang="en-IN" dirty="0" err="1"/>
              <a:t>ninside</a:t>
            </a:r>
            <a:r>
              <a:rPr lang="en-IN" dirty="0"/>
              <a:t> constructor\n"); </a:t>
            </a:r>
          </a:p>
          <a:p>
            <a:r>
              <a:rPr lang="en-IN" dirty="0"/>
              <a:t>        a = 10; </a:t>
            </a:r>
          </a:p>
          <a:p>
            <a:r>
              <a:rPr lang="en-IN" dirty="0"/>
              <a:t>    } </a:t>
            </a:r>
          </a:p>
          <a:p>
            <a:r>
              <a:rPr lang="en-IN" dirty="0"/>
              <a:t>     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782AC-2A3D-4B39-A9B9-0C1EB1969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97774"/>
            <a:ext cx="5181600" cy="5868785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 public static void </a:t>
            </a:r>
            <a:r>
              <a:rPr lang="en-IN" dirty="0" err="1"/>
              <a:t>func</a:t>
            </a:r>
            <a:r>
              <a:rPr lang="en-IN" dirty="0"/>
              <a:t>() </a:t>
            </a:r>
          </a:p>
          <a:p>
            <a:r>
              <a:rPr lang="en-IN" dirty="0"/>
              <a:t>    { </a:t>
            </a:r>
          </a:p>
          <a:p>
            <a:r>
              <a:rPr lang="en-IN" dirty="0"/>
              <a:t>        a = a + 1; 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 ("a = " + a); </a:t>
            </a:r>
          </a:p>
          <a:p>
            <a:r>
              <a:rPr lang="en-IN" dirty="0"/>
              <a:t>    } </a:t>
            </a:r>
          </a:p>
          <a:p>
            <a:r>
              <a:rPr lang="en-IN" dirty="0"/>
              <a:t>      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</a:t>
            </a:r>
          </a:p>
          <a:p>
            <a:r>
              <a:rPr lang="en-IN" dirty="0"/>
              <a:t>    {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    Test </a:t>
            </a:r>
            <a:r>
              <a:rPr lang="en-IN" dirty="0" err="1"/>
              <a:t>obj</a:t>
            </a:r>
            <a:r>
              <a:rPr lang="en-IN" dirty="0"/>
              <a:t> = new Test(); </a:t>
            </a:r>
          </a:p>
          <a:p>
            <a:r>
              <a:rPr lang="en-IN" dirty="0"/>
              <a:t>        </a:t>
            </a:r>
            <a:r>
              <a:rPr lang="en-IN" dirty="0" err="1"/>
              <a:t>obj.func</a:t>
            </a:r>
            <a:r>
              <a:rPr lang="en-IN" dirty="0"/>
              <a:t>();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} </a:t>
            </a:r>
          </a:p>
          <a:p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43466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3B4F-293A-47FE-AAEB-24CA12FD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80E2-C53F-4BCE-98E4-03D8ABE98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inside static block</a:t>
            </a:r>
          </a:p>
          <a:p>
            <a:r>
              <a:rPr lang="en-GB" dirty="0"/>
              <a:t>a = 4</a:t>
            </a:r>
          </a:p>
          <a:p>
            <a:r>
              <a:rPr lang="en-GB" dirty="0"/>
              <a:t>inside constructor</a:t>
            </a:r>
          </a:p>
          <a:p>
            <a:r>
              <a:rPr lang="en-GB" dirty="0"/>
              <a:t>a = 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18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DEE3-3CED-4CAA-BF38-DF0DC2D1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4F970-7B6F-43F2-B2E5-10FA8D19E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public class Main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{ </a:t>
            </a:r>
          </a:p>
          <a:p>
            <a:r>
              <a:rPr lang="en-IN" dirty="0"/>
              <a:t>        </a:t>
            </a:r>
            <a:r>
              <a:rPr lang="en-IN" dirty="0" err="1"/>
              <a:t>i</a:t>
            </a:r>
            <a:r>
              <a:rPr lang="en-IN" dirty="0"/>
              <a:t> = “IIB Block";     </a:t>
            </a:r>
          </a:p>
          <a:p>
            <a:r>
              <a:rPr lang="en-IN" dirty="0"/>
              <a:t>     }     </a:t>
            </a:r>
          </a:p>
          <a:p>
            <a:r>
              <a:rPr lang="en-IN" dirty="0"/>
              <a:t>String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/>
              <a:t>  public static void main(String </a:t>
            </a:r>
            <a:r>
              <a:rPr lang="en-IN" dirty="0" err="1"/>
              <a:t>args</a:t>
            </a:r>
            <a:r>
              <a:rPr lang="en-IN" dirty="0"/>
              <a:t>[])  </a:t>
            </a:r>
          </a:p>
          <a:p>
            <a:r>
              <a:rPr lang="en-IN" dirty="0"/>
              <a:t>{   Main a = new Main( );</a:t>
            </a:r>
          </a:p>
          <a:p>
            <a:r>
              <a:rPr lang="en-IN" dirty="0"/>
              <a:t>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a.i</a:t>
            </a:r>
            <a:r>
              <a:rPr lang="en-IN" dirty="0"/>
              <a:t>);  } 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900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F077-ACC5-4969-8AAC-B8D5D1C0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D8A4D-BB03-4294-8EE1-F7F9719EA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IIB Block</a:t>
            </a:r>
          </a:p>
        </p:txBody>
      </p:sp>
    </p:spTree>
    <p:extLst>
      <p:ext uri="{BB962C8B-B14F-4D97-AF65-F5344CB8AC3E}">
        <p14:creationId xmlns:p14="http://schemas.microsoft.com/office/powerpoint/2010/main" val="262446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C91A-2ED6-423A-B129-F20BC5B6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43" y="106332"/>
            <a:ext cx="10515600" cy="825321"/>
          </a:xfrm>
        </p:spPr>
        <p:txBody>
          <a:bodyPr/>
          <a:lstStyle/>
          <a:p>
            <a:r>
              <a:rPr lang="en-IN" dirty="0"/>
              <a:t>Q.4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8214F-DD9B-4049-A33C-D2172B58E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3886"/>
            <a:ext cx="10515600" cy="5837207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public class Main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 static</a:t>
            </a:r>
          </a:p>
          <a:p>
            <a:r>
              <a:rPr lang="en-IN" dirty="0"/>
              <a:t>            {</a:t>
            </a:r>
          </a:p>
          <a:p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("Static block");     </a:t>
            </a:r>
          </a:p>
          <a:p>
            <a:r>
              <a:rPr lang="en-IN" dirty="0"/>
              <a:t>             } </a:t>
            </a:r>
          </a:p>
          <a:p>
            <a:r>
              <a:rPr lang="en-IN" dirty="0"/>
              <a:t>       {            </a:t>
            </a:r>
            <a:r>
              <a:rPr lang="en-IN" dirty="0" err="1"/>
              <a:t>System.out.println</a:t>
            </a:r>
            <a:r>
              <a:rPr lang="en-IN" dirty="0"/>
              <a:t>("IIB Block");    </a:t>
            </a:r>
          </a:p>
          <a:p>
            <a:r>
              <a:rPr lang="en-IN" dirty="0"/>
              <a:t>       } </a:t>
            </a:r>
          </a:p>
          <a:p>
            <a:r>
              <a:rPr lang="en-IN" dirty="0"/>
              <a:t>       public Main()   </a:t>
            </a:r>
          </a:p>
          <a:p>
            <a:r>
              <a:rPr lang="en-IN" dirty="0"/>
              <a:t>       {     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("Constructor");        </a:t>
            </a:r>
          </a:p>
          <a:p>
            <a:r>
              <a:rPr lang="en-IN" dirty="0"/>
              <a:t>      } </a:t>
            </a:r>
          </a:p>
          <a:p>
            <a:r>
              <a:rPr lang="en-IN" dirty="0"/>
              <a:t>         public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    {                   </a:t>
            </a:r>
            <a:r>
              <a:rPr lang="en-IN" dirty="0" err="1"/>
              <a:t>System.out.println</a:t>
            </a:r>
            <a:r>
              <a:rPr lang="en-IN" dirty="0"/>
              <a:t>("Main Function ");</a:t>
            </a:r>
          </a:p>
          <a:p>
            <a:r>
              <a:rPr lang="en-IN" dirty="0"/>
              <a:t>                       Main a = new Main();       </a:t>
            </a:r>
          </a:p>
          <a:p>
            <a:r>
              <a:rPr lang="en-IN" dirty="0"/>
              <a:t>                            }     } </a:t>
            </a:r>
          </a:p>
        </p:txBody>
      </p:sp>
    </p:spTree>
    <p:extLst>
      <p:ext uri="{BB962C8B-B14F-4D97-AF65-F5344CB8AC3E}">
        <p14:creationId xmlns:p14="http://schemas.microsoft.com/office/powerpoint/2010/main" val="19880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143B-866C-49A8-ABA9-CC7A4558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8AA6-FE6F-4FDF-8DE2-D3F05E947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Static block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Main Function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IIB Block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Constructor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68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C91A-2ED6-423A-B129-F20BC5B6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43" y="106332"/>
            <a:ext cx="10515600" cy="825321"/>
          </a:xfrm>
        </p:spPr>
        <p:txBody>
          <a:bodyPr/>
          <a:lstStyle/>
          <a:p>
            <a:r>
              <a:rPr lang="en-IN" dirty="0"/>
              <a:t>Q.5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8214F-DD9B-4049-A33C-D2172B58E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3886"/>
            <a:ext cx="10515600" cy="5837207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public class Main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 {            </a:t>
            </a:r>
            <a:r>
              <a:rPr lang="en-IN" dirty="0" err="1"/>
              <a:t>System.out.println</a:t>
            </a:r>
            <a:r>
              <a:rPr lang="en-IN" dirty="0"/>
              <a:t>("IIB Block");    </a:t>
            </a:r>
          </a:p>
          <a:p>
            <a:r>
              <a:rPr lang="en-IN" dirty="0"/>
              <a:t>       } </a:t>
            </a:r>
          </a:p>
          <a:p>
            <a:r>
              <a:rPr lang="en-IN" dirty="0"/>
              <a:t> public Main()   </a:t>
            </a:r>
          </a:p>
          <a:p>
            <a:r>
              <a:rPr lang="en-IN" dirty="0"/>
              <a:t>       {     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("Constructor");        </a:t>
            </a:r>
          </a:p>
          <a:p>
            <a:r>
              <a:rPr lang="en-IN" dirty="0"/>
              <a:t>      } </a:t>
            </a:r>
          </a:p>
          <a:p>
            <a:r>
              <a:rPr lang="en-IN" dirty="0"/>
              <a:t> public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    {</a:t>
            </a:r>
          </a:p>
          <a:p>
            <a:r>
              <a:rPr lang="en-IN" dirty="0"/>
              <a:t>static</a:t>
            </a:r>
          </a:p>
          <a:p>
            <a:r>
              <a:rPr lang="en-IN" dirty="0"/>
              <a:t>            {</a:t>
            </a:r>
          </a:p>
          <a:p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("Static block");     </a:t>
            </a:r>
          </a:p>
          <a:p>
            <a:r>
              <a:rPr lang="en-IN" dirty="0"/>
              <a:t>             } 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("Main Function ");</a:t>
            </a:r>
          </a:p>
          <a:p>
            <a:r>
              <a:rPr lang="en-IN" dirty="0"/>
              <a:t>                       Main a = new Main();       </a:t>
            </a:r>
          </a:p>
          <a:p>
            <a:r>
              <a:rPr lang="en-IN" dirty="0"/>
              <a:t>                            }     } </a:t>
            </a:r>
          </a:p>
        </p:txBody>
      </p:sp>
    </p:spTree>
    <p:extLst>
      <p:ext uri="{BB962C8B-B14F-4D97-AF65-F5344CB8AC3E}">
        <p14:creationId xmlns:p14="http://schemas.microsoft.com/office/powerpoint/2010/main" val="265274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2C7C6-294B-4DB0-AA4E-DB5EE939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55D5A-5C00-41DC-94C1-D50E6393B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69862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C91A-2ED6-423A-B129-F20BC5B6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43" y="106332"/>
            <a:ext cx="10515600" cy="825321"/>
          </a:xfrm>
        </p:spPr>
        <p:txBody>
          <a:bodyPr/>
          <a:lstStyle/>
          <a:p>
            <a:r>
              <a:rPr lang="en-IN" dirty="0"/>
              <a:t>Q.6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8214F-DD9B-4049-A33C-D2172B58E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670" y="806177"/>
            <a:ext cx="7280564" cy="58372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public Main()   </a:t>
            </a:r>
          </a:p>
          <a:p>
            <a:pPr marL="0" indent="0">
              <a:buNone/>
            </a:pPr>
            <a:r>
              <a:rPr lang="en-IN" dirty="0"/>
              <a:t>       {     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("Constructor");        </a:t>
            </a:r>
          </a:p>
          <a:p>
            <a:pPr marL="0" indent="0">
              <a:buNone/>
            </a:pPr>
            <a:r>
              <a:rPr lang="en-IN" dirty="0"/>
              <a:t>      } </a:t>
            </a:r>
          </a:p>
          <a:p>
            <a:pPr marL="0" indent="0">
              <a:buNone/>
            </a:pPr>
            <a:r>
              <a:rPr lang="en-IN" dirty="0"/>
              <a:t> public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   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("Main Function ");</a:t>
            </a:r>
          </a:p>
          <a:p>
            <a:pPr marL="0" indent="0">
              <a:buNone/>
            </a:pPr>
            <a:r>
              <a:rPr lang="en-IN" dirty="0"/>
              <a:t>                       Main a = new Main();       </a:t>
            </a:r>
          </a:p>
          <a:p>
            <a:pPr marL="0" indent="0">
              <a:buNone/>
            </a:pPr>
            <a:r>
              <a:rPr lang="en-IN" dirty="0"/>
              <a:t>                            }     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ECCA6-DF5C-4AF6-A5E6-FB75A7F7C2C5}"/>
              </a:ext>
            </a:extLst>
          </p:cNvPr>
          <p:cNvSpPr txBox="1"/>
          <p:nvPr/>
        </p:nvSpPr>
        <p:spPr>
          <a:xfrm>
            <a:off x="878457" y="1213449"/>
            <a:ext cx="4648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Class </a:t>
            </a:r>
            <a:r>
              <a:rPr lang="en-IN" b="1" dirty="0" err="1"/>
              <a:t>Abc</a:t>
            </a:r>
            <a:endParaRPr lang="en-IN" b="1" dirty="0"/>
          </a:p>
          <a:p>
            <a:r>
              <a:rPr lang="en-IN" dirty="0"/>
              <a:t>{</a:t>
            </a:r>
          </a:p>
          <a:p>
            <a:r>
              <a:rPr lang="en-IN" dirty="0"/>
              <a:t>Static</a:t>
            </a:r>
          </a:p>
          <a:p>
            <a:r>
              <a:rPr lang="en-IN" dirty="0"/>
              <a:t>      {</a:t>
            </a:r>
          </a:p>
          <a:p>
            <a:r>
              <a:rPr lang="en-IN" dirty="0"/>
              <a:t>   </a:t>
            </a:r>
            <a:r>
              <a:rPr lang="en-GB" dirty="0" err="1"/>
              <a:t>System.out.println</a:t>
            </a:r>
            <a:r>
              <a:rPr lang="en-GB" dirty="0"/>
              <a:t>("Static ABC Class");</a:t>
            </a:r>
          </a:p>
          <a:p>
            <a:r>
              <a:rPr lang="en-GB" dirty="0"/>
              <a:t>}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IN" b="1" dirty="0"/>
              <a:t>public class Main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 {            </a:t>
            </a:r>
            <a:r>
              <a:rPr lang="en-IN" dirty="0" err="1"/>
              <a:t>System.out.println</a:t>
            </a:r>
            <a:r>
              <a:rPr lang="en-IN" dirty="0"/>
              <a:t>("IIB Block");    </a:t>
            </a:r>
          </a:p>
          <a:p>
            <a:r>
              <a:rPr lang="en-IN" dirty="0"/>
              <a:t>       } </a:t>
            </a:r>
          </a:p>
          <a:p>
            <a:r>
              <a:rPr lang="en-IN" dirty="0"/>
              <a:t>static</a:t>
            </a:r>
          </a:p>
          <a:p>
            <a:r>
              <a:rPr lang="en-IN" dirty="0"/>
              <a:t>            {</a:t>
            </a:r>
          </a:p>
          <a:p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("Static block");     </a:t>
            </a:r>
          </a:p>
          <a:p>
            <a:r>
              <a:rPr lang="en-IN" dirty="0"/>
              <a:t>             }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43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1BE9-97DC-4AEA-AB5A-48A297EA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EA85-5537-4572-AFE6-4A5544E0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Static block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Main Function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IIB Block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Constructor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1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C91A-2ED6-423A-B129-F20BC5B6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43" y="106332"/>
            <a:ext cx="10515600" cy="825321"/>
          </a:xfrm>
        </p:spPr>
        <p:txBody>
          <a:bodyPr/>
          <a:lstStyle/>
          <a:p>
            <a:r>
              <a:rPr lang="en-IN" dirty="0"/>
              <a:t>Q.7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8214F-DD9B-4049-A33C-D2172B58E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670" y="806177"/>
            <a:ext cx="7280564" cy="58372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public Main()   </a:t>
            </a:r>
          </a:p>
          <a:p>
            <a:pPr marL="0" indent="0">
              <a:buNone/>
            </a:pPr>
            <a:r>
              <a:rPr lang="en-IN" dirty="0"/>
              <a:t>       {     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("Constructor");        </a:t>
            </a:r>
          </a:p>
          <a:p>
            <a:pPr marL="0" indent="0">
              <a:buNone/>
            </a:pPr>
            <a:r>
              <a:rPr lang="en-IN" dirty="0"/>
              <a:t>      } </a:t>
            </a:r>
          </a:p>
          <a:p>
            <a:pPr marL="0" indent="0">
              <a:buNone/>
            </a:pPr>
            <a:r>
              <a:rPr lang="en-IN" dirty="0"/>
              <a:t> public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   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("Main Function ");</a:t>
            </a:r>
          </a:p>
          <a:p>
            <a:pPr marL="0" indent="0">
              <a:buNone/>
            </a:pPr>
            <a:r>
              <a:rPr lang="en-IN" dirty="0"/>
              <a:t>                       </a:t>
            </a:r>
            <a:r>
              <a:rPr lang="en-IN" dirty="0" err="1"/>
              <a:t>Abc</a:t>
            </a:r>
            <a:r>
              <a:rPr lang="en-IN" dirty="0"/>
              <a:t> a = new </a:t>
            </a:r>
            <a:r>
              <a:rPr lang="en-IN" dirty="0" err="1"/>
              <a:t>Abc</a:t>
            </a:r>
            <a:r>
              <a:rPr lang="en-IN" dirty="0"/>
              <a:t>();       </a:t>
            </a:r>
          </a:p>
          <a:p>
            <a:pPr marL="0" indent="0">
              <a:buNone/>
            </a:pPr>
            <a:r>
              <a:rPr lang="en-IN" dirty="0"/>
              <a:t>                            }     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ECCA6-DF5C-4AF6-A5E6-FB75A7F7C2C5}"/>
              </a:ext>
            </a:extLst>
          </p:cNvPr>
          <p:cNvSpPr txBox="1"/>
          <p:nvPr/>
        </p:nvSpPr>
        <p:spPr>
          <a:xfrm>
            <a:off x="878457" y="1213449"/>
            <a:ext cx="4648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Class </a:t>
            </a:r>
            <a:r>
              <a:rPr lang="en-IN" b="1" dirty="0" err="1"/>
              <a:t>Abc</a:t>
            </a:r>
            <a:endParaRPr lang="en-IN" b="1" dirty="0"/>
          </a:p>
          <a:p>
            <a:r>
              <a:rPr lang="en-IN" dirty="0"/>
              <a:t>{</a:t>
            </a:r>
          </a:p>
          <a:p>
            <a:r>
              <a:rPr lang="en-IN" dirty="0"/>
              <a:t>Static</a:t>
            </a:r>
          </a:p>
          <a:p>
            <a:r>
              <a:rPr lang="en-IN" dirty="0"/>
              <a:t> {</a:t>
            </a:r>
          </a:p>
          <a:p>
            <a:r>
              <a:rPr lang="en-IN" dirty="0"/>
              <a:t>   </a:t>
            </a:r>
            <a:r>
              <a:rPr lang="en-GB" dirty="0" err="1"/>
              <a:t>System.out.println</a:t>
            </a:r>
            <a:r>
              <a:rPr lang="en-GB" dirty="0"/>
              <a:t>("Static ABC Class");</a:t>
            </a:r>
          </a:p>
          <a:p>
            <a:r>
              <a:rPr lang="en-GB" dirty="0"/>
              <a:t>  }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IN" b="1" dirty="0"/>
              <a:t>public class Main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 {            </a:t>
            </a:r>
            <a:r>
              <a:rPr lang="en-IN" dirty="0" err="1"/>
              <a:t>System.out.println</a:t>
            </a:r>
            <a:r>
              <a:rPr lang="en-IN" dirty="0"/>
              <a:t>("IIB Block");    </a:t>
            </a:r>
          </a:p>
          <a:p>
            <a:r>
              <a:rPr lang="en-IN" dirty="0"/>
              <a:t>       } </a:t>
            </a:r>
          </a:p>
          <a:p>
            <a:r>
              <a:rPr lang="en-IN" dirty="0"/>
              <a:t>static</a:t>
            </a:r>
          </a:p>
          <a:p>
            <a:r>
              <a:rPr lang="en-IN" dirty="0"/>
              <a:t>            {</a:t>
            </a:r>
          </a:p>
          <a:p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("Static block");     </a:t>
            </a:r>
          </a:p>
          <a:p>
            <a:r>
              <a:rPr lang="en-IN" dirty="0"/>
              <a:t>             }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9608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1BE9-97DC-4AEA-AB5A-48A297EA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EA85-5537-4572-AFE6-4A5544E0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Static block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Main Function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GB" dirty="0"/>
              <a:t>Static ABC class 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532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5306-1E6A-4C2B-8EBB-9B6959CE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7C507-AA35-4121-8360-F7ED135C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class Test { </a:t>
            </a:r>
          </a:p>
          <a:p>
            <a:r>
              <a:rPr lang="en-IN" dirty="0"/>
              <a:t>   public static void main(String </a:t>
            </a:r>
            <a:r>
              <a:rPr lang="en-IN" dirty="0" err="1"/>
              <a:t>args</a:t>
            </a:r>
            <a:r>
              <a:rPr lang="en-IN" dirty="0"/>
              <a:t>[]) {  </a:t>
            </a:r>
          </a:p>
          <a:p>
            <a:r>
              <a:rPr lang="en-IN" dirty="0"/>
              <a:t>     </a:t>
            </a:r>
            <a:r>
              <a:rPr lang="en-IN" dirty="0" err="1"/>
              <a:t>System.out.println</a:t>
            </a:r>
            <a:r>
              <a:rPr lang="en-IN" dirty="0"/>
              <a:t>(fun()); </a:t>
            </a:r>
          </a:p>
          <a:p>
            <a:r>
              <a:rPr lang="en-IN" dirty="0"/>
              <a:t>   }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static int fun() </a:t>
            </a:r>
          </a:p>
          <a:p>
            <a:r>
              <a:rPr lang="en-IN" dirty="0"/>
              <a:t>   { </a:t>
            </a:r>
          </a:p>
          <a:p>
            <a:r>
              <a:rPr lang="en-IN" dirty="0"/>
              <a:t>     static int x= 10;  </a:t>
            </a:r>
          </a:p>
          <a:p>
            <a:r>
              <a:rPr lang="en-IN" dirty="0"/>
              <a:t>     return x--; </a:t>
            </a:r>
          </a:p>
          <a:p>
            <a:r>
              <a:rPr lang="en-IN" dirty="0"/>
              <a:t>   } </a:t>
            </a:r>
          </a:p>
          <a:p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004728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1BE9-97DC-4AEA-AB5A-48A297EA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EA85-5537-4572-AFE6-4A5544E0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Error: Static local variables are not allowed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441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0A26-E865-4C2C-BC31-73A17882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Q.9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1E464-CAF9-4126-9FED-5A9C401AC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/>
              <a:t>How many swaps are required to sort the given array using bubble sort - { 2, 5, 1, 3, 4} ?</a:t>
            </a:r>
          </a:p>
          <a:p>
            <a:endParaRPr lang="en-GB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423E0C-BEC6-45E6-8EEB-1B373FF18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62547"/>
              </p:ext>
            </p:extLst>
          </p:nvPr>
        </p:nvGraphicFramePr>
        <p:xfrm>
          <a:off x="3962400" y="3300254"/>
          <a:ext cx="4267200" cy="140208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308787721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769384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a.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4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149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b.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5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075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c.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6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34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d.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7</a:t>
                      </a:r>
                      <a:endParaRPr lang="en-IN" dirty="0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00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76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1BE9-97DC-4AEA-AB5A-48A297EA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EA85-5537-4572-AFE6-4A5544E0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203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F932-DFB3-437B-AAFD-5E398EFC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Q.10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E71CF-17C4-41F0-9875-559B19677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Worst case occur in linear search algorithm when </a:t>
            </a:r>
          </a:p>
          <a:p>
            <a:endParaRPr lang="en-GB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0076E5-4449-4F47-A7BA-03E38529B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337590"/>
              </p:ext>
            </p:extLst>
          </p:nvPr>
        </p:nvGraphicFramePr>
        <p:xfrm>
          <a:off x="1023668" y="2477294"/>
          <a:ext cx="8982974" cy="1402080"/>
        </p:xfrm>
        <a:graphic>
          <a:graphicData uri="http://schemas.openxmlformats.org/drawingml/2006/table">
            <a:tbl>
              <a:tblPr/>
              <a:tblGrid>
                <a:gridCol w="1362974">
                  <a:extLst>
                    <a:ext uri="{9D8B030D-6E8A-4147-A177-3AD203B41FA5}">
                      <a16:colId xmlns:a16="http://schemas.microsoft.com/office/drawing/2014/main" val="1309540987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12863782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a.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Item is somewhere in the middle of the </a:t>
                      </a:r>
                      <a:r>
                        <a:rPr lang="en-GB" b="0" i="0" u="sng">
                          <a:solidFill>
                            <a:srgbClr val="009900"/>
                          </a:solidFill>
                          <a:effectLst/>
                          <a:latin typeface="Open Sans"/>
                        </a:rPr>
                        <a:t>array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79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b.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Item is not in the array at all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210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c.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Item is the last element in the array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239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d.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Item is the last element in the array or is not there at all</a:t>
                      </a:r>
                      <a:endParaRPr lang="en-GB" dirty="0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374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39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1BE9-97DC-4AEA-AB5A-48A297EA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EA85-5537-4572-AFE6-4A5544E0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647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B87E-994F-4CEE-B51E-BEFB996D6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Q.11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B312-2814-49F8-BCA6-116D4DE19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of the following sorting methods would be most suitable for sorting a list which is almost sorted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181956-9BF8-45DB-AEB4-2AB6B68F1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656515"/>
              </p:ext>
            </p:extLst>
          </p:nvPr>
        </p:nvGraphicFramePr>
        <p:xfrm>
          <a:off x="3962399" y="3300254"/>
          <a:ext cx="5992484" cy="1402080"/>
        </p:xfrm>
        <a:graphic>
          <a:graphicData uri="http://schemas.openxmlformats.org/drawingml/2006/table">
            <a:tbl>
              <a:tblPr/>
              <a:tblGrid>
                <a:gridCol w="1472243">
                  <a:extLst>
                    <a:ext uri="{9D8B030D-6E8A-4147-A177-3AD203B41FA5}">
                      <a16:colId xmlns:a16="http://schemas.microsoft.com/office/drawing/2014/main" val="3937595566"/>
                    </a:ext>
                  </a:extLst>
                </a:gridCol>
                <a:gridCol w="4520241">
                  <a:extLst>
                    <a:ext uri="{9D8B030D-6E8A-4147-A177-3AD203B41FA5}">
                      <a16:colId xmlns:a16="http://schemas.microsoft.com/office/drawing/2014/main" val="1040494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a.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Bubble Sort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177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b.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Insertion Sort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0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c.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Selection Sort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83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d.</a:t>
                      </a:r>
                      <a:endParaRPr lang="en-IN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rgbClr val="222222"/>
                          </a:solidFill>
                          <a:effectLst/>
                          <a:latin typeface="Open Sans"/>
                        </a:rPr>
                        <a:t>Quick Sort</a:t>
                      </a:r>
                      <a:endParaRPr lang="en-IN" dirty="0">
                        <a:effectLst/>
                      </a:endParaRPr>
                    </a:p>
                  </a:txBody>
                  <a:tcPr marL="38100" marR="38100" marT="38100" marB="38100">
                    <a:lnL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13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500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1BE9-97DC-4AEA-AB5A-48A297EA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EA85-5537-4572-AFE6-4A5544E0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Bubble sor</a:t>
            </a:r>
            <a:r>
              <a:rPr lang="en-GB" dirty="0"/>
              <a:t>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9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847</Words>
  <Application>Microsoft Office PowerPoint</Application>
  <PresentationFormat>Widescreen</PresentationFormat>
  <Paragraphs>220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Open Sans</vt:lpstr>
      <vt:lpstr>Office Theme</vt:lpstr>
      <vt:lpstr>Q.1</vt:lpstr>
      <vt:lpstr>Output</vt:lpstr>
      <vt:lpstr>Q.2</vt:lpstr>
      <vt:lpstr>Output</vt:lpstr>
      <vt:lpstr>Q.3</vt:lpstr>
      <vt:lpstr>Output</vt:lpstr>
      <vt:lpstr>Q.4</vt:lpstr>
      <vt:lpstr>Output</vt:lpstr>
      <vt:lpstr>Q.5</vt:lpstr>
      <vt:lpstr>Output</vt:lpstr>
      <vt:lpstr>Q.6</vt:lpstr>
      <vt:lpstr>Output</vt:lpstr>
      <vt:lpstr>Q.7</vt:lpstr>
      <vt:lpstr>Output</vt:lpstr>
      <vt:lpstr>Q.8</vt:lpstr>
      <vt:lpstr>Output</vt:lpstr>
      <vt:lpstr>Q.9</vt:lpstr>
      <vt:lpstr>Output</vt:lpstr>
      <vt:lpstr>Q.10</vt:lpstr>
      <vt:lpstr>Output</vt:lpstr>
      <vt:lpstr>Q.11</vt:lpstr>
      <vt:lpstr>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Q.1</dc:title>
  <dc:creator> </dc:creator>
  <cp:lastModifiedBy> </cp:lastModifiedBy>
  <cp:revision>11</cp:revision>
  <dcterms:created xsi:type="dcterms:W3CDTF">2020-02-04T10:20:41Z</dcterms:created>
  <dcterms:modified xsi:type="dcterms:W3CDTF">2020-02-08T17:08:16Z</dcterms:modified>
</cp:coreProperties>
</file>