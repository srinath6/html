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8"/>
  </p:notesMasterIdLst>
  <p:handoutMasterIdLst>
    <p:handoutMasterId r:id="rId39"/>
  </p:handoutMasterIdLst>
  <p:sldIdLst>
    <p:sldId id="283" r:id="rId3"/>
    <p:sldId id="375" r:id="rId4"/>
    <p:sldId id="376" r:id="rId5"/>
    <p:sldId id="751" r:id="rId6"/>
    <p:sldId id="754" r:id="rId7"/>
    <p:sldId id="755" r:id="rId8"/>
    <p:sldId id="756" r:id="rId9"/>
    <p:sldId id="757" r:id="rId10"/>
    <p:sldId id="762" r:id="rId11"/>
    <p:sldId id="763" r:id="rId12"/>
    <p:sldId id="752" r:id="rId13"/>
    <p:sldId id="761" r:id="rId14"/>
    <p:sldId id="764" r:id="rId15"/>
    <p:sldId id="765" r:id="rId16"/>
    <p:sldId id="769" r:id="rId17"/>
    <p:sldId id="768" r:id="rId18"/>
    <p:sldId id="770" r:id="rId19"/>
    <p:sldId id="774" r:id="rId20"/>
    <p:sldId id="771" r:id="rId21"/>
    <p:sldId id="772" r:id="rId22"/>
    <p:sldId id="775" r:id="rId23"/>
    <p:sldId id="776" r:id="rId24"/>
    <p:sldId id="760" r:id="rId25"/>
    <p:sldId id="758" r:id="rId26"/>
    <p:sldId id="759" r:id="rId27"/>
    <p:sldId id="766" r:id="rId28"/>
    <p:sldId id="767" r:id="rId29"/>
    <p:sldId id="777" r:id="rId30"/>
    <p:sldId id="780" r:id="rId31"/>
    <p:sldId id="781" r:id="rId32"/>
    <p:sldId id="782" r:id="rId33"/>
    <p:sldId id="783" r:id="rId34"/>
    <p:sldId id="784" r:id="rId35"/>
    <p:sldId id="785" r:id="rId36"/>
    <p:sldId id="261" r:id="rId37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5341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1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9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370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4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64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3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050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733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1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14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2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06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970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683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64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88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14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27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566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94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996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661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8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516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12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059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29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3377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3372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0845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551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1865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1/13/2020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1/13/2020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1/13/2020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1/13/2020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1/13/2020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1/13/2020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Loops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While Loop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Do-While Loop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Loop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Nested Loop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Break and Continue in Loop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Loops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can execute a set lines or statements as long as the specified condition is satisfied.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mainly saves time.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two types of loops: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Definite loop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 loop that executes a finite number of times.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Indefinite loop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loop where it is difficult to determine in advance how many times it will be executed.</a:t>
            </a:r>
          </a:p>
          <a:p>
            <a:pPr lvl="2"/>
            <a:endParaRPr lang="en-US" altLang="en-US" sz="1600" dirty="0"/>
          </a:p>
          <a:p>
            <a:pPr lvl="2" algn="just">
              <a:buFont typeface="Wingdings" panose="05000000000000000000" pitchFamily="2" charset="2"/>
              <a:buChar char="v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While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3929062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while loop is used to iterate a part of the program several times.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condition is evaluated first, and if it returns true, the statements or lines inside while loop are execute. 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(condition)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statement 1;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statement 2;</a:t>
            </a:r>
          </a:p>
          <a:p>
            <a:pPr lvl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5550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3A170-236E-4950-9267-A057EF33C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891" y="971550"/>
            <a:ext cx="3238709" cy="3526865"/>
          </a:xfrm>
        </p:spPr>
      </p:pic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0666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While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6635F4-5B89-43D3-9647-FEBBE3D4D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200150"/>
            <a:ext cx="4267200" cy="2971799"/>
          </a:xfrm>
        </p:spPr>
      </p:pic>
    </p:spTree>
    <p:extLst>
      <p:ext uri="{BB962C8B-B14F-4D97-AF65-F5344CB8AC3E}">
        <p14:creationId xmlns:p14="http://schemas.microsoft.com/office/powerpoint/2010/main" val="90305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Count: 1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Count: 2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Count: 3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Count: 4</a:t>
            </a:r>
          </a:p>
          <a:p>
            <a:pPr marL="82296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Count: 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FD5EC1-F96C-42BF-86BB-F17835FE5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857250"/>
            <a:ext cx="6861048" cy="3829050"/>
          </a:xfrm>
        </p:spPr>
      </p:pic>
    </p:spTree>
    <p:extLst>
      <p:ext uri="{BB962C8B-B14F-4D97-AF65-F5344CB8AC3E}">
        <p14:creationId xmlns:p14="http://schemas.microsoft.com/office/powerpoint/2010/main" val="169427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3F4097-A090-4D60-B65E-AC98B4C93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047750"/>
            <a:ext cx="4495799" cy="3081511"/>
          </a:xfrm>
        </p:spPr>
      </p:pic>
    </p:spTree>
    <p:extLst>
      <p:ext uri="{BB962C8B-B14F-4D97-AF65-F5344CB8AC3E}">
        <p14:creationId xmlns:p14="http://schemas.microsoft.com/office/powerpoint/2010/main" val="2963563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55</a:t>
            </a: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66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Do-While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814762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 is actually one kind of while loop.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loop executes the lines or statements once before checking the condition. If the condition is true, it repeats the loop as long as the given condition is true.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1;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2;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}while(condition);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47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Do-While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0519C1-F932-4984-A07B-E146C3B1D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996836"/>
            <a:ext cx="2971800" cy="3591426"/>
          </a:xfrm>
        </p:spPr>
      </p:pic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5393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Do-While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1E0B14-4657-4BC2-9960-7661777EC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276350"/>
            <a:ext cx="5105400" cy="2814784"/>
          </a:xfrm>
        </p:spPr>
      </p:pic>
    </p:spTree>
    <p:extLst>
      <p:ext uri="{BB962C8B-B14F-4D97-AF65-F5344CB8AC3E}">
        <p14:creationId xmlns:p14="http://schemas.microsoft.com/office/powerpoint/2010/main" val="2841300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Simple Program using Do-While Loop (</a:t>
            </a:r>
            <a:r>
              <a:rPr lang="en-US" sz="28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8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0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3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4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5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6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7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8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Number: 9</a:t>
            </a: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62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For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8147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is concise version of while loop.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is used, when we know exactly for how many times the code block will be executed.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four parts in the entire for loop: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Increment/decrement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42379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28750"/>
            <a:ext cx="7943088" cy="33575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for(initialization; condition (Boolean Expression); increment/decrement)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statement 1;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statement 2; 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2699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814762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E29EB-279C-4A1F-B43B-CED3B9110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57250"/>
            <a:ext cx="6553200" cy="375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25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488" y="971550"/>
            <a:ext cx="7696200" cy="39624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another way to write a for loop for an array (traverse).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on elements basis, not index basis.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of the array cannot be changed.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(type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1;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Statement 2;</a:t>
            </a:r>
          </a:p>
          <a:p>
            <a:pPr marL="82296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57757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For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E5DB77-5E83-41A9-A34F-41BD42911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484" y="1123950"/>
            <a:ext cx="3962516" cy="2564730"/>
          </a:xfrm>
        </p:spPr>
      </p:pic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72927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0C3AF-0F3C-493A-9390-3CB8DC71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95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90	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5</a:t>
            </a:r>
          </a:p>
          <a:p>
            <a:pPr marL="402336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387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0C3AF-0F3C-493A-9390-3CB8DC71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2336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EC2B5-8FBD-43CD-B0BA-85F88CAF4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276350"/>
            <a:ext cx="5506144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5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For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0C3AF-0F3C-493A-9390-3CB8DC71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Bennett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Amity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VIT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BITS</a:t>
            </a:r>
          </a:p>
          <a:p>
            <a:pPr marL="8229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683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Nested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9F949-ECEE-4C9D-A7BF-37645EE25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866776"/>
            <a:ext cx="7498080" cy="3819524"/>
          </a:xfrm>
        </p:spPr>
        <p:txBody>
          <a:bodyPr/>
          <a:lstStyle/>
          <a:p>
            <a:pPr>
              <a:spcBef>
                <a:spcPct val="25000"/>
              </a:spcBef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nested if/else statements, loops can be nested as well.</a:t>
            </a:r>
          </a:p>
          <a:p>
            <a:pPr>
              <a:spcBef>
                <a:spcPct val="25000"/>
              </a:spcBef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5000"/>
              </a:spcBef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body of a loop can contain another loop.</a:t>
            </a:r>
          </a:p>
          <a:p>
            <a:pPr>
              <a:spcBef>
                <a:spcPct val="25000"/>
              </a:spcBef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5000"/>
              </a:spcBef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iteration of the outer loop, the inner loop iterates completely.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42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    Simple Program using Nested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836C4A-1185-47B4-8DEC-7F58B27C0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857250"/>
            <a:ext cx="7013447" cy="4076700"/>
          </a:xfrm>
        </p:spPr>
      </p:pic>
    </p:spTree>
    <p:extLst>
      <p:ext uri="{BB962C8B-B14F-4D97-AF65-F5344CB8AC3E}">
        <p14:creationId xmlns:p14="http://schemas.microsoft.com/office/powerpoint/2010/main" val="2681912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Nested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Please Concentrate 5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Please Concentrate 6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Please Concentrate 7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28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Nested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457F04-D986-46EC-B6DC-39BCDAD46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047750"/>
            <a:ext cx="6019800" cy="3581400"/>
          </a:xfrm>
        </p:spPr>
      </p:pic>
    </p:spTree>
    <p:extLst>
      <p:ext uri="{BB962C8B-B14F-4D97-AF65-F5344CB8AC3E}">
        <p14:creationId xmlns:p14="http://schemas.microsoft.com/office/powerpoint/2010/main" val="762706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Simple Program using Nested Loop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742950"/>
            <a:ext cx="7498080" cy="434340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Outer loop iteration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j =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j =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Outer loop iteration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2; j =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2; j =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Outer loop iteration 3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3; j =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3; j =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Outer loop iteration 4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4; j =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4; j = 2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Outer loop iteration 5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j = 1</a:t>
            </a:r>
          </a:p>
          <a:p>
            <a:pPr marL="822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j = 2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296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Break and Continue in Loop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866776"/>
            <a:ext cx="7498080" cy="42195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Terminates the loop or switch statement and transfers execution to the statement immediately following the loop or switch.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the loop to skip the reminder of its body and immediately retest its condition prior to reiterating.</a:t>
            </a:r>
          </a:p>
        </p:txBody>
      </p:sp>
    </p:spTree>
    <p:extLst>
      <p:ext uri="{BB962C8B-B14F-4D97-AF65-F5344CB8AC3E}">
        <p14:creationId xmlns:p14="http://schemas.microsoft.com/office/powerpoint/2010/main" val="508845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53FD2-356B-4108-AB23-9F5A96CBB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04814"/>
            <a:ext cx="4495800" cy="2933872"/>
          </a:xfrm>
        </p:spPr>
      </p:pic>
    </p:spTree>
    <p:extLst>
      <p:ext uri="{BB962C8B-B14F-4D97-AF65-F5344CB8AC3E}">
        <p14:creationId xmlns:p14="http://schemas.microsoft.com/office/powerpoint/2010/main" val="3381912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971550"/>
            <a:ext cx="7498080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</a:p>
          <a:p>
            <a:pPr marL="402336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</a:p>
        </p:txBody>
      </p:sp>
    </p:spTree>
    <p:extLst>
      <p:ext uri="{BB962C8B-B14F-4D97-AF65-F5344CB8AC3E}">
        <p14:creationId xmlns:p14="http://schemas.microsoft.com/office/powerpoint/2010/main" val="1702442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A04491-AAA1-48D2-84BC-ABF9A3F84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47751"/>
            <a:ext cx="4038599" cy="3414920"/>
          </a:xfrm>
        </p:spPr>
      </p:pic>
    </p:spTree>
    <p:extLst>
      <p:ext uri="{BB962C8B-B14F-4D97-AF65-F5344CB8AC3E}">
        <p14:creationId xmlns:p14="http://schemas.microsoft.com/office/powerpoint/2010/main" val="1423694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971550"/>
            <a:ext cx="7498080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</a:t>
            </a:r>
          </a:p>
          <a:p>
            <a:pPr marL="82296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</a:t>
            </a:r>
          </a:p>
        </p:txBody>
      </p:sp>
    </p:spTree>
    <p:extLst>
      <p:ext uri="{BB962C8B-B14F-4D97-AF65-F5344CB8AC3E}">
        <p14:creationId xmlns:p14="http://schemas.microsoft.com/office/powerpoint/2010/main" val="1369243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6BC22C-6C1A-40A8-8D4B-0BF3A98D1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971551"/>
            <a:ext cx="4267199" cy="3672120"/>
          </a:xfrm>
        </p:spPr>
      </p:pic>
    </p:spTree>
    <p:extLst>
      <p:ext uri="{BB962C8B-B14F-4D97-AF65-F5344CB8AC3E}">
        <p14:creationId xmlns:p14="http://schemas.microsoft.com/office/powerpoint/2010/main" val="149363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Program Using Break and Continue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971550"/>
            <a:ext cx="7498080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1 1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1 2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1 3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2 1</a:t>
            </a:r>
          </a:p>
        </p:txBody>
      </p:sp>
    </p:spTree>
    <p:extLst>
      <p:ext uri="{BB962C8B-B14F-4D97-AF65-F5344CB8AC3E}">
        <p14:creationId xmlns:p14="http://schemas.microsoft.com/office/powerpoint/2010/main" val="2188800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1/13/2020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35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935</Words>
  <Application>Microsoft Office PowerPoint</Application>
  <PresentationFormat>On-screen Show (16:9)</PresentationFormat>
  <Paragraphs>332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     Loops</vt:lpstr>
      <vt:lpstr>     While Loop</vt:lpstr>
      <vt:lpstr>     While Loop (Cont…)</vt:lpstr>
      <vt:lpstr>    Simple Program using While Loop</vt:lpstr>
      <vt:lpstr>    Simple Program using While Loop (Cont…)</vt:lpstr>
      <vt:lpstr>    Simple Program using While Loop (Cont…)</vt:lpstr>
      <vt:lpstr>    Simple Program using While Loop (Cont…)</vt:lpstr>
      <vt:lpstr>    Simple Program using While Loop (Cont…)</vt:lpstr>
      <vt:lpstr>     Do-While Loop</vt:lpstr>
      <vt:lpstr>     Do-While Loop (Cont…)</vt:lpstr>
      <vt:lpstr>    Simple Program using Do-While Loop</vt:lpstr>
      <vt:lpstr> Simple Program using Do-While Loop (Cont…)</vt:lpstr>
      <vt:lpstr>     For Loop</vt:lpstr>
      <vt:lpstr>     For Loop (Cont…)</vt:lpstr>
      <vt:lpstr>     For Loop (Cont…)</vt:lpstr>
      <vt:lpstr>     For Loop (Cont…)</vt:lpstr>
      <vt:lpstr>Simple Program using For Loop</vt:lpstr>
      <vt:lpstr>Simple Program using For Loop (Cont…)</vt:lpstr>
      <vt:lpstr>Simple Program using For Loop (Cont…)</vt:lpstr>
      <vt:lpstr>Simple Program using For Loop (Cont…)</vt:lpstr>
      <vt:lpstr>    Nested Loop</vt:lpstr>
      <vt:lpstr>    Simple Program using Nested Loop</vt:lpstr>
      <vt:lpstr>Simple Program using Nested Loop (Cont…)</vt:lpstr>
      <vt:lpstr>Simple Program using Nested Loop (Cont…)</vt:lpstr>
      <vt:lpstr>Simple Program using Nested Loop (Cont…)</vt:lpstr>
      <vt:lpstr>Break and Continue in Loop</vt:lpstr>
      <vt:lpstr>Program Using Break and Continue</vt:lpstr>
      <vt:lpstr>Program Using Break and Continue (Cont…)</vt:lpstr>
      <vt:lpstr>Program Using Break and Continue</vt:lpstr>
      <vt:lpstr>Program Using Break and Continue (Cont…)</vt:lpstr>
      <vt:lpstr>Program Using Break and Continue</vt:lpstr>
      <vt:lpstr>Program Using Break and Continue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2020-01-13T19:41:47Z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