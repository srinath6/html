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283" r:id="rId3"/>
    <p:sldId id="375" r:id="rId4"/>
    <p:sldId id="794" r:id="rId5"/>
    <p:sldId id="795" r:id="rId6"/>
    <p:sldId id="796" r:id="rId7"/>
    <p:sldId id="797" r:id="rId8"/>
    <p:sldId id="798" r:id="rId9"/>
    <p:sldId id="799" r:id="rId10"/>
    <p:sldId id="800" r:id="rId11"/>
    <p:sldId id="801" r:id="rId12"/>
    <p:sldId id="806" r:id="rId13"/>
    <p:sldId id="802" r:id="rId14"/>
    <p:sldId id="803" r:id="rId15"/>
    <p:sldId id="804" r:id="rId16"/>
    <p:sldId id="805" r:id="rId17"/>
    <p:sldId id="768" r:id="rId18"/>
    <p:sldId id="767" r:id="rId19"/>
    <p:sldId id="758" r:id="rId20"/>
    <p:sldId id="770" r:id="rId21"/>
    <p:sldId id="765" r:id="rId22"/>
    <p:sldId id="771" r:id="rId23"/>
    <p:sldId id="760" r:id="rId24"/>
    <p:sldId id="772" r:id="rId25"/>
    <p:sldId id="773" r:id="rId26"/>
    <p:sldId id="774" r:id="rId27"/>
    <p:sldId id="793" r:id="rId28"/>
    <p:sldId id="261" r:id="rId29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53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14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69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106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85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59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62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339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457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68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547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81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00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399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1897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0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85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373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94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EC0ED88-E374-4379-921B-F300B56DFEAD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02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1/24/2020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35E0-6C97-4F43-A6D8-9B45077C310A}" type="datetime1">
              <a:rPr lang="en-US" smtClean="0"/>
              <a:pPr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51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1/24/2020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1/24/2020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1/24/2020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1/24/2020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1/24/2020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 of Method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Initializing an Object through Constructor 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Return from Method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25570E-C4D5-4755-8085-3C138AF6D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749" y="1545256"/>
            <a:ext cx="4305901" cy="2931493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6A8D7770-8A3D-407F-9FB9-C3568F10501F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Return from Method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Squared of 45 is: 2025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360EFF8-4CDF-4132-99EA-1C92ACE5BD61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43116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Return with Arguments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5A80C-A4F0-4B8D-BB21-90283EDCD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14" y="1504951"/>
            <a:ext cx="5263286" cy="2971800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D663CEAE-FE0F-4F58-A16E-7F6AC86B4EC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86866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Return with Arguments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sum of x and y is: 9</a:t>
            </a: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2B6B8601-D74E-4988-80D0-E354F631540C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1823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Return from Method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D09A7-A0A6-4678-929D-950D0CABD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581150"/>
            <a:ext cx="5186661" cy="2776686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46A61A64-EA86-445D-81DB-16D8B783E45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559823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Return from Method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Hello Friends </a:t>
            </a: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20091D47-A7F6-49C4-B1C7-4D5AF93C9271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06828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Return with Arguments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CD28C-826A-4C1C-96C6-2D302D658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618" y="1504950"/>
            <a:ext cx="4891382" cy="2895600"/>
          </a:xfrm>
          <a:prstGeom prst="rect">
            <a:avLst/>
          </a:prstGeom>
        </p:spPr>
      </p:pic>
      <p:sp>
        <p:nvSpPr>
          <p:cNvPr id="8" name="Rectangle: Beveled 7">
            <a:extLst>
              <a:ext uri="{FF2B5EF4-FFF2-40B4-BE49-F238E27FC236}">
                <a16:creationId xmlns:a16="http://schemas.microsoft.com/office/drawing/2014/main" id="{DFD5889E-5B01-4D3D-B022-3D641E44C77A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62406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 Return with Arguments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…)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Age of Deep is 19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Age of Karan is 19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Age of Vani is 19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lvl="3" algn="just">
              <a:buFont typeface="Wingdings" panose="05000000000000000000" pitchFamily="2" charset="2"/>
              <a:buChar char="v"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2E25F1C-BBA8-4A84-9B41-1AEF3F3CFBD0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106542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Static Method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apply static keyword with any method, it is known as static method.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static method belongs to the class rather than the object of a class.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static method can be invoked without the need for creating an instance of a class.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static method can only access static data member and can change the value of it.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“this” and “super” cannot be used in static context.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2E25F1C-BBA8-4A84-9B41-1AEF3F3CFBD0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93384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marL="923544" lvl="3" indent="0" algn="just">
              <a:buNone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5C6DE-BF2C-4263-9DD4-86D7D055B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549" y="1200150"/>
            <a:ext cx="6458851" cy="3200400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DACDC6BC-3738-40B7-A0EB-3F7A60D042C9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0396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Square of the number i.e. 0 is : 0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Square of the number i.e. 1 is : 1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Square of the number i.e. 2 is : 4</a:t>
            </a:r>
          </a:p>
          <a:p>
            <a:pPr marL="923544" lvl="3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Square of the number i.e. 3 is : 9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24161372-BA73-4644-B1B8-81155BCE5148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92420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marL="923544" lvl="3" indent="0" algn="just">
              <a:buNone/>
            </a:pP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1C63B-3A97-4C99-940D-2F2B7D1BA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86" y="928458"/>
            <a:ext cx="4734214" cy="3800704"/>
          </a:xfrm>
          <a:prstGeom prst="rect">
            <a:avLst/>
          </a:prstGeom>
        </p:spPr>
      </p:pic>
      <p:sp>
        <p:nvSpPr>
          <p:cNvPr id="6" name="Rectangle: Beveled 5">
            <a:extLst>
              <a:ext uri="{FF2B5EF4-FFF2-40B4-BE49-F238E27FC236}">
                <a16:creationId xmlns:a16="http://schemas.microsoft.com/office/drawing/2014/main" id="{6EA5D56F-9128-4770-A037-8EDD1406794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23247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Examples of Method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7485888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Output</a:t>
            </a:r>
          </a:p>
          <a:p>
            <a:pPr marL="923544" lvl="3" indent="0" algn="just">
              <a:buNone/>
            </a:pPr>
            <a:r>
              <a:rPr lang="pt-BR" dirty="0">
                <a:latin typeface="Times New Roman" pitchFamily="18" charset="0"/>
                <a:cs typeface="Times New Roman" pitchFamily="18" charset="0"/>
              </a:rPr>
              <a:t>a = 34 b = 56</a:t>
            </a:r>
          </a:p>
          <a:p>
            <a:pPr marL="923544" lvl="3" indent="0" algn="just">
              <a:buNone/>
            </a:pPr>
            <a:r>
              <a:rPr lang="pt-BR" dirty="0">
                <a:latin typeface="Times New Roman" pitchFamily="18" charset="0"/>
                <a:cs typeface="Times New Roman" pitchFamily="18" charset="0"/>
              </a:rPr>
              <a:t>c = 90</a:t>
            </a:r>
          </a:p>
          <a:p>
            <a:pPr marL="923544" lvl="3" indent="0" algn="just">
              <a:buNone/>
            </a:pPr>
            <a:r>
              <a:rPr lang="pt-BR" dirty="0">
                <a:latin typeface="Times New Roman" pitchFamily="18" charset="0"/>
                <a:cs typeface="Times New Roman" pitchFamily="18" charset="0"/>
              </a:rPr>
              <a:t>c = 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82296" indent="0" algn="just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971505A9-06AD-4F07-85C9-7BE31B9D7B3E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6648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class has a constructor.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don’t define a constructor in a class, compiler builds a default constructor.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is used to initialize any object.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constructor is the same name as the class.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 can have many constructor.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have return type.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937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21EA-A98A-4C2C-B52D-DCB0A2B7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720" y="1971"/>
            <a:ext cx="74980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8A056-9919-49E8-BAA1-36E625C16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143000"/>
            <a:ext cx="4648200" cy="349758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have shown the instance variable name of the object.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what we passed to the name during initialization in constructor.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object is created, the constructor is invoked.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“this” is a keyword that points to the current object.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B233E73-A7E2-4FFE-B009-EB901CBF5A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151572"/>
            <a:ext cx="3352800" cy="3248977"/>
          </a:xfrm>
        </p:spPr>
      </p:pic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C4789A3B-96C4-4441-8F0B-FB436797E76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5781FBC-3865-43EA-9A17-08175FCB7B4A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91258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 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85850"/>
            <a:ext cx="7943088" cy="36004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constructor: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do not implement any constructor in a class, compiler uses a default constructor. 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argument: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constructor with no arguments.  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constructor has parameters or arguments. </a:t>
            </a:r>
          </a:p>
        </p:txBody>
      </p:sp>
    </p:spTree>
    <p:extLst>
      <p:ext uri="{BB962C8B-B14F-4D97-AF65-F5344CB8AC3E}">
        <p14:creationId xmlns:p14="http://schemas.microsoft.com/office/powerpoint/2010/main" val="2064774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21EA-A98A-4C2C-B52D-DCB0A2B7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720" y="1971"/>
            <a:ext cx="74980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8A056-9919-49E8-BAA1-36E625C16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971550"/>
            <a:ext cx="3810000" cy="366903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Constructor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public static void main (String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Constructor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Constructor()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C4789A3B-96C4-4441-8F0B-FB436797E765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5781FBC-3865-43EA-9A17-08175FCB7B4A}"/>
              </a:ext>
            </a:extLst>
          </p:cNvPr>
          <p:cNvSpPr txBox="1">
            <a:spLocks/>
          </p:cNvSpPr>
          <p:nvPr/>
        </p:nvSpPr>
        <p:spPr>
          <a:xfrm>
            <a:off x="8610600" y="4705350"/>
            <a:ext cx="457200" cy="357188"/>
          </a:xfrm>
          <a:prstGeom prst="rect">
            <a:avLst/>
          </a:prstGeom>
        </p:spPr>
        <p:txBody>
          <a:bodyPr anchor="b"/>
          <a:lstStyle>
            <a:lvl1pPr marL="0" algn="ctr" rtl="0" eaLnBrk="1" latinLnBrk="0" hangingPunct="1">
              <a:defRPr kumimoji="0" sz="1200" kern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fld id="{8379391B-7504-45C9-9DE3-8766B2043D5B}" type="slidenum"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8C9E37-87AC-4AC4-806D-4C881F75D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23688" y="1143000"/>
            <a:ext cx="3810000" cy="379095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Constructor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Constructor()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 (String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Constructor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=new Constructor()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82296" indent="0" algn="just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2569776669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25A11-A9A8-47E1-848F-81BF9E04A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66776"/>
            <a:ext cx="7943088" cy="38623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argument constructor</a:t>
            </a:r>
          </a:p>
          <a:p>
            <a:pPr marL="82296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FE61A1-351B-44B1-A83B-520D82550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604827"/>
            <a:ext cx="5915851" cy="241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43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25A11-A9A8-47E1-848F-81BF9E04A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866776"/>
            <a:ext cx="7943088" cy="38623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argument constructor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658368" lvl="2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836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what we call no argument constructor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3858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742950"/>
            <a:ext cx="7943088" cy="39433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</a:t>
            </a: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F3DA5-2E75-49B5-8FA8-DFF9457D4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247610"/>
            <a:ext cx="5106113" cy="38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04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71475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658368" lvl="2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836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2019, Name: Suyel</a:t>
            </a:r>
          </a:p>
          <a:p>
            <a:pPr marL="65836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2016, Name: Arpit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279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71475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F0FF0-C2D1-4FE0-8639-6DA6A0B7C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742950"/>
            <a:ext cx="494019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73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 Through 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Constructor 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BCDAE-3EA4-422C-ACCD-3D8CFBDBC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71550"/>
            <a:ext cx="7943088" cy="371475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658368" lvl="2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836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2019</a:t>
            </a:r>
          </a:p>
          <a:p>
            <a:pPr marL="658368" lvl="2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2016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60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83678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Comparisons between Constructor and Method</a:t>
            </a:r>
            <a:endParaRPr lang="en-US" sz="3000" b="1" dirty="0">
              <a:solidFill>
                <a:srgbClr val="0070C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3648" y="4729162"/>
            <a:ext cx="457200" cy="357188"/>
          </a:xfrm>
        </p:spPr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: Beveled 6">
            <a:extLst>
              <a:ext uri="{FF2B5EF4-FFF2-40B4-BE49-F238E27FC236}">
                <a16:creationId xmlns:a16="http://schemas.microsoft.com/office/drawing/2014/main" id="{724DADFB-26E2-41E1-BDCB-835BA8AD4714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EDDB6C3-4652-4763-B7D3-E5FBC2D18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683320"/>
              </p:ext>
            </p:extLst>
          </p:nvPr>
        </p:nvGraphicFramePr>
        <p:xfrm>
          <a:off x="1295400" y="971550"/>
          <a:ext cx="7639050" cy="3462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525">
                  <a:extLst>
                    <a:ext uri="{9D8B030D-6E8A-4147-A177-3AD203B41FA5}">
                      <a16:colId xmlns:a16="http://schemas.microsoft.com/office/drawing/2014/main" val="3419933821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3467523953"/>
                    </a:ext>
                  </a:extLst>
                </a:gridCol>
              </a:tblGrid>
              <a:tr h="51682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83536"/>
                  </a:ext>
                </a:extLst>
              </a:tr>
              <a:tr h="680991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Constructor is used to initialize an object.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 is used to define functionality of an object.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516820"/>
                  </a:ext>
                </a:extLst>
              </a:tr>
              <a:tr h="402385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Constructors are invoked implicitly.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Methods are invoked explicitly.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668601"/>
                  </a:ext>
                </a:extLst>
              </a:tr>
              <a:tr h="680991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 constructor is not present, a default constructor is invoked by the compiler.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Here, no default method is invoked.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390218"/>
                  </a:ext>
                </a:extLst>
              </a:tr>
              <a:tr h="499970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Constructor does not return any value.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 may/may not return a value.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767229"/>
                  </a:ext>
                </a:extLst>
              </a:tr>
              <a:tr h="680991"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Constructor must have the same name as the class.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Method must not have the same name as the class.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8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363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1/24/2020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27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962</Words>
  <Application>Microsoft Office PowerPoint</Application>
  <PresentationFormat>On-screen Show (16:9)</PresentationFormat>
  <Paragraphs>331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Examples of Method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Examples of Method (Cont…)</vt:lpstr>
      <vt:lpstr>Initialization Through Constructor </vt:lpstr>
      <vt:lpstr>Initialization Through Constructor  (Cont…)</vt:lpstr>
      <vt:lpstr>Initialization Through Constructor (Cont…) </vt:lpstr>
      <vt:lpstr>Initialization Through Constructor  (Cont…)</vt:lpstr>
      <vt:lpstr>Initialization Through Constructor  (Cont…)</vt:lpstr>
      <vt:lpstr>Initialization Through Constructor  (Cont…)</vt:lpstr>
      <vt:lpstr>Initialization Through Constructor  (Cont…)</vt:lpstr>
      <vt:lpstr>Initialization Through Constructor  (Cont…)</vt:lpstr>
      <vt:lpstr>Initialization Through Constructor  (Cont…)</vt:lpstr>
      <vt:lpstr>Initialization Through Constructor  (Cont…)</vt:lpstr>
      <vt:lpstr>Comparisons between Constructor and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2020-01-23T19:57:33Z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