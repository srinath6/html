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0" r:id="rId2"/>
  </p:sldMasterIdLst>
  <p:notesMasterIdLst>
    <p:notesMasterId r:id="rId22"/>
  </p:notesMasterIdLst>
  <p:handoutMasterIdLst>
    <p:handoutMasterId r:id="rId23"/>
  </p:handoutMasterIdLst>
  <p:sldIdLst>
    <p:sldId id="283" r:id="rId3"/>
    <p:sldId id="375" r:id="rId4"/>
    <p:sldId id="376" r:id="rId5"/>
    <p:sldId id="729" r:id="rId6"/>
    <p:sldId id="732" r:id="rId7"/>
    <p:sldId id="733" r:id="rId8"/>
    <p:sldId id="558" r:id="rId9"/>
    <p:sldId id="726" r:id="rId10"/>
    <p:sldId id="730" r:id="rId11"/>
    <p:sldId id="727" r:id="rId12"/>
    <p:sldId id="706" r:id="rId13"/>
    <p:sldId id="728" r:id="rId14"/>
    <p:sldId id="731" r:id="rId15"/>
    <p:sldId id="734" r:id="rId16"/>
    <p:sldId id="735" r:id="rId17"/>
    <p:sldId id="736" r:id="rId18"/>
    <p:sldId id="738" r:id="rId19"/>
    <p:sldId id="737" r:id="rId20"/>
    <p:sldId id="261" r:id="rId21"/>
  </p:sldIdLst>
  <p:sldSz cx="9144000" cy="5143500" type="screen16x9"/>
  <p:notesSz cx="6858000" cy="91440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44" autoAdjust="0"/>
    <p:restoredTop sz="95341" autoAdjust="0"/>
  </p:normalViewPr>
  <p:slideViewPr>
    <p:cSldViewPr>
      <p:cViewPr varScale="1">
        <p:scale>
          <a:sx n="91" d="100"/>
          <a:sy n="91" d="100"/>
        </p:scale>
        <p:origin x="642" y="90"/>
      </p:cViewPr>
      <p:guideLst>
        <p:guide orient="horz" pos="1620"/>
        <p:guide pos="2880"/>
      </p:guideLst>
    </p:cSldViewPr>
  </p:slideViewPr>
  <p:outlineViewPr>
    <p:cViewPr>
      <p:scale>
        <a:sx n="33" d="100"/>
        <a:sy n="33" d="100"/>
      </p:scale>
      <p:origin x="0" y="310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2544"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E7CCEC-F375-47DE-A104-C51D471F5D4A}" type="datetimeFigureOut">
              <a:rPr lang="en-US" smtClean="0"/>
              <a:pPr/>
              <a:t>1/9/2020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CIA Group, NIT Silchar</a:t>
            </a: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32A8795-897B-48CF-9E16-76DD5A1A90CA}" type="slidenum">
              <a:rPr lang="en-US" smtClean="0"/>
              <a:pPr/>
              <a:t>‹#›</a:t>
            </a:fld>
            <a:endParaRPr lang="en-US" dirty="0"/>
          </a:p>
        </p:txBody>
      </p:sp>
    </p:spTree>
    <p:extLst>
      <p:ext uri="{BB962C8B-B14F-4D97-AF65-F5344CB8AC3E}">
        <p14:creationId xmlns:p14="http://schemas.microsoft.com/office/powerpoint/2010/main" val="649019695"/>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extLst/>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extLst/>
          </a:lstStyle>
          <a:p>
            <a:fld id="{A8ADFD5B-A66C-449C-B6E8-FB716D07777D}" type="datetimeFigureOut">
              <a:rPr lang="en-US" smtClean="0"/>
              <a:pPr/>
              <a:t>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extLst/>
          </a:lstStyle>
          <a:p>
            <a:r>
              <a:rPr lang="en-US"/>
              <a:t>CIA Group, NIT Silchar</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extLst/>
          </a:lstStyle>
          <a:p>
            <a:fld id="{CA5D3BF3-D352-46FC-8343-31F56E6730EA}" type="slidenum">
              <a:rPr lang="en-US" smtClean="0"/>
              <a:pPr/>
              <a:t>‹#›</a:t>
            </a:fld>
            <a:endParaRPr lang="en-US" dirty="0"/>
          </a:p>
        </p:txBody>
      </p:sp>
    </p:spTree>
    <p:extLst>
      <p:ext uri="{BB962C8B-B14F-4D97-AF65-F5344CB8AC3E}">
        <p14:creationId xmlns:p14="http://schemas.microsoft.com/office/powerpoint/2010/main" val="550912607"/>
      </p:ext>
    </p:extLst>
  </p:cSld>
  <p:clrMap bg1="lt1" tx1="dk1" bg2="lt2" tx2="dk2" accent1="accent1" accent2="accent2" accent3="accent3" accent4="accent4" accent5="accent5" accent6="accent6" hlink="hlink" folHlink="folHlink"/>
  <p:hf hdr="0"/>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Date Placeholder 3"/>
          <p:cNvSpPr>
            <a:spLocks noGrp="1"/>
          </p:cNvSpPr>
          <p:nvPr>
            <p:ph type="dt" idx="10"/>
          </p:nvPr>
        </p:nvSpPr>
        <p:spPr/>
        <p:txBody>
          <a:bodyPr/>
          <a:lstStyle/>
          <a:p>
            <a:fld id="{A8ADFD5B-A66C-449C-B6E8-FB716D07777D}" type="datetimeFigureOut">
              <a:rPr lang="en-US" smtClean="0"/>
              <a:pPr/>
              <a:t>1/9/2020</a:t>
            </a:fld>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Slide Number Placeholder 5"/>
          <p:cNvSpPr>
            <a:spLocks noGrp="1"/>
          </p:cNvSpPr>
          <p:nvPr>
            <p:ph type="sldNum" sz="quarter" idx="12"/>
          </p:nvPr>
        </p:nvSpPr>
        <p:spPr/>
        <p:txBody>
          <a:bodyPr/>
          <a:lstStyle/>
          <a:p>
            <a:fld id="{CA5D3BF3-D352-46FC-8343-31F56E6730E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1/9/2020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2</a:t>
            </a:fld>
            <a:endParaRPr lang="en-US" dirty="0"/>
          </a:p>
        </p:txBody>
      </p:sp>
    </p:spTree>
    <p:extLst>
      <p:ext uri="{BB962C8B-B14F-4D97-AF65-F5344CB8AC3E}">
        <p14:creationId xmlns:p14="http://schemas.microsoft.com/office/powerpoint/2010/main" val="226949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fld id="{5EC0ED88-E374-4379-921B-F300B56DFEAD}" type="datetime1">
              <a:rPr lang="en-US" smtClean="0"/>
              <a:pPr/>
              <a:t>1/9/2020</a:t>
            </a:fld>
            <a:endParaRPr lang="en-US" dirty="0"/>
          </a:p>
        </p:txBody>
      </p:sp>
      <p:sp>
        <p:nvSpPr>
          <p:cNvPr id="6" name="Footer Placeholder 5"/>
          <p:cNvSpPr>
            <a:spLocks noGrp="1"/>
          </p:cNvSpPr>
          <p:nvPr>
            <p:ph type="ftr" sz="quarter" idx="12"/>
          </p:nvPr>
        </p:nvSpPr>
        <p:spPr/>
        <p:txBody>
          <a:bodyPr/>
          <a:lstStyle/>
          <a:p>
            <a:r>
              <a:rPr lang="en-US" dirty="0"/>
              <a:t>CIA Group, NIT Silchar</a:t>
            </a:r>
          </a:p>
        </p:txBody>
      </p:sp>
      <p:sp>
        <p:nvSpPr>
          <p:cNvPr id="7" name="Slide Number Placeholder 6"/>
          <p:cNvSpPr>
            <a:spLocks noGrp="1"/>
          </p:cNvSpPr>
          <p:nvPr>
            <p:ph type="sldNum" sz="quarter" idx="13"/>
          </p:nvPr>
        </p:nvSpPr>
        <p:spPr/>
        <p:txBody>
          <a:bodyPr/>
          <a:lstStyle/>
          <a:p>
            <a:fld id="{CA5D3BF3-D352-46FC-8343-31F56E6730EA}" type="slidenum">
              <a:rPr lang="en-US" smtClean="0"/>
              <a:pPr/>
              <a:t>3</a:t>
            </a:fld>
            <a:endParaRPr lang="en-US" dirty="0"/>
          </a:p>
        </p:txBody>
      </p:sp>
    </p:spTree>
    <p:extLst>
      <p:ext uri="{BB962C8B-B14F-4D97-AF65-F5344CB8AC3E}">
        <p14:creationId xmlns:p14="http://schemas.microsoft.com/office/powerpoint/2010/main" val="1589349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fld id="{5EC0ED88-E374-4379-921B-F300B56DFEAD}" type="datetime1">
              <a:rPr lang="en-US" smtClean="0"/>
              <a:pPr/>
              <a:t>1/9/2020</a:t>
            </a:fld>
            <a:endParaRPr lang="en-US" dirty="0"/>
          </a:p>
        </p:txBody>
      </p:sp>
      <p:sp>
        <p:nvSpPr>
          <p:cNvPr id="6" name="Footer Placeholder 5"/>
          <p:cNvSpPr>
            <a:spLocks noGrp="1"/>
          </p:cNvSpPr>
          <p:nvPr>
            <p:ph type="ftr" sz="quarter" idx="12"/>
          </p:nvPr>
        </p:nvSpPr>
        <p:spPr/>
        <p:txBody>
          <a:bodyPr/>
          <a:lstStyle/>
          <a:p>
            <a:r>
              <a:rPr lang="en-US" dirty="0"/>
              <a:t>CIA Group, NIT Silchar</a:t>
            </a:r>
          </a:p>
        </p:txBody>
      </p:sp>
      <p:sp>
        <p:nvSpPr>
          <p:cNvPr id="7" name="Slide Number Placeholder 6"/>
          <p:cNvSpPr>
            <a:spLocks noGrp="1"/>
          </p:cNvSpPr>
          <p:nvPr>
            <p:ph type="sldNum" sz="quarter" idx="13"/>
          </p:nvPr>
        </p:nvSpPr>
        <p:spPr/>
        <p:txBody>
          <a:bodyPr/>
          <a:lstStyle/>
          <a:p>
            <a:fld id="{CA5D3BF3-D352-46FC-8343-31F56E6730EA}" type="slidenum">
              <a:rPr lang="en-US" smtClean="0"/>
              <a:pPr/>
              <a:t>4</a:t>
            </a:fld>
            <a:endParaRPr lang="en-US" dirty="0"/>
          </a:p>
        </p:txBody>
      </p:sp>
    </p:spTree>
    <p:extLst>
      <p:ext uri="{BB962C8B-B14F-4D97-AF65-F5344CB8AC3E}">
        <p14:creationId xmlns:p14="http://schemas.microsoft.com/office/powerpoint/2010/main" val="1118059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fld id="{5EC0ED88-E374-4379-921B-F300B56DFEAD}" type="datetime1">
              <a:rPr lang="en-US" smtClean="0"/>
              <a:pPr/>
              <a:t>1/9/2020</a:t>
            </a:fld>
            <a:endParaRPr lang="en-US" dirty="0"/>
          </a:p>
        </p:txBody>
      </p:sp>
      <p:sp>
        <p:nvSpPr>
          <p:cNvPr id="6" name="Footer Placeholder 5"/>
          <p:cNvSpPr>
            <a:spLocks noGrp="1"/>
          </p:cNvSpPr>
          <p:nvPr>
            <p:ph type="ftr" sz="quarter" idx="12"/>
          </p:nvPr>
        </p:nvSpPr>
        <p:spPr/>
        <p:txBody>
          <a:bodyPr/>
          <a:lstStyle/>
          <a:p>
            <a:r>
              <a:rPr lang="en-US" dirty="0"/>
              <a:t>CIA Group, NIT Silchar</a:t>
            </a:r>
          </a:p>
        </p:txBody>
      </p:sp>
      <p:sp>
        <p:nvSpPr>
          <p:cNvPr id="7" name="Slide Number Placeholder 6"/>
          <p:cNvSpPr>
            <a:spLocks noGrp="1"/>
          </p:cNvSpPr>
          <p:nvPr>
            <p:ph type="sldNum" sz="quarter" idx="13"/>
          </p:nvPr>
        </p:nvSpPr>
        <p:spPr/>
        <p:txBody>
          <a:bodyPr/>
          <a:lstStyle/>
          <a:p>
            <a:fld id="{CA5D3BF3-D352-46FC-8343-31F56E6730EA}" type="slidenum">
              <a:rPr lang="en-US" smtClean="0"/>
              <a:pPr/>
              <a:t>5</a:t>
            </a:fld>
            <a:endParaRPr lang="en-US" dirty="0"/>
          </a:p>
        </p:txBody>
      </p:sp>
    </p:spTree>
    <p:extLst>
      <p:ext uri="{BB962C8B-B14F-4D97-AF65-F5344CB8AC3E}">
        <p14:creationId xmlns:p14="http://schemas.microsoft.com/office/powerpoint/2010/main" val="3298967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fld id="{5EC0ED88-E374-4379-921B-F300B56DFEAD}" type="datetime1">
              <a:rPr lang="en-US" smtClean="0"/>
              <a:pPr/>
              <a:t>1/9/2020</a:t>
            </a:fld>
            <a:endParaRPr lang="en-US" dirty="0"/>
          </a:p>
        </p:txBody>
      </p:sp>
      <p:sp>
        <p:nvSpPr>
          <p:cNvPr id="6" name="Footer Placeholder 5"/>
          <p:cNvSpPr>
            <a:spLocks noGrp="1"/>
          </p:cNvSpPr>
          <p:nvPr>
            <p:ph type="ftr" sz="quarter" idx="12"/>
          </p:nvPr>
        </p:nvSpPr>
        <p:spPr/>
        <p:txBody>
          <a:bodyPr/>
          <a:lstStyle/>
          <a:p>
            <a:r>
              <a:rPr lang="en-US" dirty="0"/>
              <a:t>CIA Group, NIT Silchar</a:t>
            </a:r>
          </a:p>
        </p:txBody>
      </p:sp>
      <p:sp>
        <p:nvSpPr>
          <p:cNvPr id="7" name="Slide Number Placeholder 6"/>
          <p:cNvSpPr>
            <a:spLocks noGrp="1"/>
          </p:cNvSpPr>
          <p:nvPr>
            <p:ph type="sldNum" sz="quarter" idx="13"/>
          </p:nvPr>
        </p:nvSpPr>
        <p:spPr/>
        <p:txBody>
          <a:bodyPr/>
          <a:lstStyle/>
          <a:p>
            <a:fld id="{CA5D3BF3-D352-46FC-8343-31F56E6730EA}" type="slidenum">
              <a:rPr lang="en-US" smtClean="0"/>
              <a:pPr/>
              <a:t>6</a:t>
            </a:fld>
            <a:endParaRPr lang="en-US" dirty="0"/>
          </a:p>
        </p:txBody>
      </p:sp>
    </p:spTree>
    <p:extLst>
      <p:ext uri="{BB962C8B-B14F-4D97-AF65-F5344CB8AC3E}">
        <p14:creationId xmlns:p14="http://schemas.microsoft.com/office/powerpoint/2010/main" val="4197097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fld id="{5EC0ED88-E374-4379-921B-F300B56DFEAD}" type="datetime1">
              <a:rPr lang="en-US" smtClean="0"/>
              <a:pPr/>
              <a:t>1/9/2020</a:t>
            </a:fld>
            <a:endParaRPr lang="en-US" dirty="0"/>
          </a:p>
        </p:txBody>
      </p:sp>
      <p:sp>
        <p:nvSpPr>
          <p:cNvPr id="6" name="Footer Placeholder 5"/>
          <p:cNvSpPr>
            <a:spLocks noGrp="1"/>
          </p:cNvSpPr>
          <p:nvPr>
            <p:ph type="ftr" sz="quarter" idx="12"/>
          </p:nvPr>
        </p:nvSpPr>
        <p:spPr/>
        <p:txBody>
          <a:bodyPr/>
          <a:lstStyle/>
          <a:p>
            <a:r>
              <a:rPr lang="en-US" dirty="0"/>
              <a:t>CIA Group, NIT Silchar</a:t>
            </a:r>
          </a:p>
        </p:txBody>
      </p:sp>
      <p:sp>
        <p:nvSpPr>
          <p:cNvPr id="7" name="Slide Number Placeholder 6"/>
          <p:cNvSpPr>
            <a:spLocks noGrp="1"/>
          </p:cNvSpPr>
          <p:nvPr>
            <p:ph type="sldNum" sz="quarter" idx="13"/>
          </p:nvPr>
        </p:nvSpPr>
        <p:spPr/>
        <p:txBody>
          <a:bodyPr/>
          <a:lstStyle/>
          <a:p>
            <a:fld id="{CA5D3BF3-D352-46FC-8343-31F56E6730EA}" type="slidenum">
              <a:rPr lang="en-US" smtClean="0"/>
              <a:pPr/>
              <a:t>7</a:t>
            </a:fld>
            <a:endParaRPr lang="en-US" dirty="0"/>
          </a:p>
        </p:txBody>
      </p:sp>
    </p:spTree>
    <p:extLst>
      <p:ext uri="{BB962C8B-B14F-4D97-AF65-F5344CB8AC3E}">
        <p14:creationId xmlns:p14="http://schemas.microsoft.com/office/powerpoint/2010/main" val="1589349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fld id="{8B4435BD-B0AE-4783-8DAA-2C1BEA779722}" type="datetime1">
              <a:rPr lang="en-US" smtClean="0"/>
              <a:pPr/>
              <a:t>1/9/2020</a:t>
            </a:fld>
            <a:endParaRPr lang="en-US" dirty="0"/>
          </a:p>
        </p:txBody>
      </p:sp>
      <p:sp>
        <p:nvSpPr>
          <p:cNvPr id="6" name="Footer Placeholder 5"/>
          <p:cNvSpPr>
            <a:spLocks noGrp="1"/>
          </p:cNvSpPr>
          <p:nvPr>
            <p:ph type="ftr" sz="quarter" idx="12"/>
          </p:nvPr>
        </p:nvSpPr>
        <p:spPr/>
        <p:txBody>
          <a:bodyPr/>
          <a:lstStyle/>
          <a:p>
            <a:r>
              <a:rPr lang="en-US"/>
              <a:t>CIA Group, NIT Silchar</a:t>
            </a:r>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fld id="{7D9E0201-1172-46A8-B449-C16CA273C4C0}" type="datetime1">
              <a:rPr lang="en-US" smtClean="0">
                <a:solidFill>
                  <a:srgbClr val="FFFFFF"/>
                </a:solidFill>
              </a:rPr>
              <a:pPr algn="ctr"/>
              <a:t>1/9/2020</a:t>
            </a:fld>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r>
              <a:rPr lang="sv-SE">
                <a:solidFill>
                  <a:schemeClr val="tx2"/>
                </a:solidFill>
              </a:rPr>
              <a:t>Comprehensive Examination</a:t>
            </a: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fld id="{A4E6CF04-9D38-4138-96FE-8590975F0570}" type="datetime1">
              <a:rPr lang="en-US" smtClean="0"/>
              <a:pPr/>
              <a:t>1/9/2020</a:t>
            </a:fld>
            <a:endParaRPr lang="en-US" dirty="0"/>
          </a:p>
        </p:txBody>
      </p:sp>
      <p:sp>
        <p:nvSpPr>
          <p:cNvPr id="4" name="Rectangle 3"/>
          <p:cNvSpPr>
            <a:spLocks noGrp="1"/>
          </p:cNvSpPr>
          <p:nvPr>
            <p:ph type="ftr" sz="quarter" idx="11"/>
          </p:nvPr>
        </p:nvSpPr>
        <p:spPr/>
        <p:txBody>
          <a:bodyPr/>
          <a:lstStyle/>
          <a:p>
            <a:r>
              <a:rPr lang="sv-SE"/>
              <a:t>Comprehensive Examination</a:t>
            </a:r>
            <a:endParaRPr lang="en-US" dirty="0"/>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dirty="0"/>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fld id="{3EE80BA6-F9BC-4237-A171-55B2A5EA49AC}" type="datetime1">
              <a:rPr lang="en-US" smtClean="0"/>
              <a:pPr/>
              <a:t>1/9/2020</a:t>
            </a:fld>
            <a:endParaRPr lang="en-US" dirty="0"/>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r>
              <a:rPr lang="sv-SE"/>
              <a:t>Comprehensive Examination</a:t>
            </a:r>
            <a:endParaRPr lang="en-US" dirty="0"/>
          </a:p>
        </p:txBody>
      </p:sp>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fld id="{7BB07DAD-E28C-4101-A1A4-96E7BC35467B}" type="datetime1">
              <a:rPr lang="en-US" smtClean="0"/>
              <a:pPr/>
              <a:t>1/9/2020</a:t>
            </a:fld>
            <a:endParaRPr lang="en-US" dirty="0"/>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dirty="0"/>
          </a:p>
        </p:txBody>
      </p:sp>
      <p:sp>
        <p:nvSpPr>
          <p:cNvPr id="12" name="Footer Placeholder 11"/>
          <p:cNvSpPr>
            <a:spLocks noGrp="1"/>
          </p:cNvSpPr>
          <p:nvPr>
            <p:ph type="ftr" sz="quarter" idx="17"/>
          </p:nvPr>
        </p:nvSpPr>
        <p:spPr/>
        <p:txBody>
          <a:bodyPr rtlCol="0"/>
          <a:lstStyle/>
          <a:p>
            <a:r>
              <a:rPr lang="sv-SE"/>
              <a:t>Comprehensive Examination</a:t>
            </a:r>
            <a:endParaRPr lang="en-US" dirty="0"/>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fld id="{6D69AE0B-12EF-42DE-B742-20E75D13F465}" type="datetime1">
              <a:rPr lang="en-US" smtClean="0"/>
              <a:pPr/>
              <a:t>1/9/2020</a:t>
            </a:fld>
            <a:endParaRPr lang="en-US" dirty="0"/>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dirty="0"/>
          </a:p>
        </p:txBody>
      </p:sp>
      <p:sp>
        <p:nvSpPr>
          <p:cNvPr id="14" name="Footer Placeholder 13"/>
          <p:cNvSpPr>
            <a:spLocks noGrp="1"/>
          </p:cNvSpPr>
          <p:nvPr>
            <p:ph type="ftr" sz="quarter" idx="17"/>
          </p:nvPr>
        </p:nvSpPr>
        <p:spPr/>
        <p:txBody>
          <a:bodyPr rtlCol="0"/>
          <a:lstStyle/>
          <a:p>
            <a:r>
              <a:rPr lang="sv-SE"/>
              <a:t>Comprehensive Examination</a:t>
            </a:r>
            <a:endParaRPr lang="en-US" dirty="0"/>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A20636-CDAB-48CF-9828-BF9910A1BB53}" type="datetime1">
              <a:rPr lang="en-US" smtClean="0"/>
              <a:pPr/>
              <a:t>1/9/2020</a:t>
            </a:fld>
            <a:endParaRPr lang="en-US" dirty="0"/>
          </a:p>
        </p:txBody>
      </p:sp>
      <p:sp>
        <p:nvSpPr>
          <p:cNvPr id="4" name="Footer Placeholder 3"/>
          <p:cNvSpPr>
            <a:spLocks noGrp="1"/>
          </p:cNvSpPr>
          <p:nvPr>
            <p:ph type="ftr" sz="quarter" idx="11"/>
          </p:nvPr>
        </p:nvSpPr>
        <p:spPr/>
        <p:txBody>
          <a:bodyPr/>
          <a:lstStyle/>
          <a:p>
            <a:r>
              <a:rPr lang="sv-SE"/>
              <a:t>Comprehensive Examination</a:t>
            </a:r>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78649A-142D-4661-9B46-41CD3A9827AE}" type="datetime1">
              <a:rPr lang="en-US" smtClean="0"/>
              <a:pPr/>
              <a:t>1/9/2020</a:t>
            </a:fld>
            <a:endParaRPr lang="en-US" dirty="0"/>
          </a:p>
        </p:txBody>
      </p:sp>
      <p:sp>
        <p:nvSpPr>
          <p:cNvPr id="3" name="Footer Placeholder 2"/>
          <p:cNvSpPr>
            <a:spLocks noGrp="1"/>
          </p:cNvSpPr>
          <p:nvPr>
            <p:ph type="ftr" sz="quarter" idx="11"/>
          </p:nvPr>
        </p:nvSpPr>
        <p:spPr/>
        <p:txBody>
          <a:bodyPr/>
          <a:lstStyle/>
          <a:p>
            <a:r>
              <a:rPr lang="sv-SE"/>
              <a:t>Comprehensive Examination</a:t>
            </a:r>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A1AFF55C-8DA9-42A6-9B12-54705FFFEF92}" type="datetime1">
              <a:rPr lang="en-US" smtClean="0"/>
              <a:pPr/>
              <a:t>1/9/2020</a:t>
            </a:fld>
            <a:endParaRPr lang="en-US" dirty="0"/>
          </a:p>
        </p:txBody>
      </p:sp>
      <p:sp>
        <p:nvSpPr>
          <p:cNvPr id="6" name="Footer Placeholder 5"/>
          <p:cNvSpPr>
            <a:spLocks noGrp="1"/>
          </p:cNvSpPr>
          <p:nvPr>
            <p:ph type="ftr" sz="quarter" idx="11"/>
          </p:nvPr>
        </p:nvSpPr>
        <p:spPr/>
        <p:txBody>
          <a:bodyPr/>
          <a:lstStyle/>
          <a:p>
            <a:r>
              <a:rPr lang="sv-SE"/>
              <a:t>Comprehensive Examination</a:t>
            </a:r>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dirty="0"/>
              <a:t>Click icon to add picture</a:t>
            </a:r>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12" name="Date Placeholder 11"/>
          <p:cNvSpPr>
            <a:spLocks noGrp="1"/>
          </p:cNvSpPr>
          <p:nvPr>
            <p:ph type="dt" sz="half" idx="10"/>
          </p:nvPr>
        </p:nvSpPr>
        <p:spPr>
          <a:xfrm>
            <a:off x="6248400" y="4686300"/>
            <a:ext cx="2667000" cy="273844"/>
          </a:xfrm>
        </p:spPr>
        <p:txBody>
          <a:bodyPr rtlCol="0"/>
          <a:lstStyle/>
          <a:p>
            <a:fld id="{DC3FF209-DE36-4729-95CB-0AA76895932A}" type="datetime1">
              <a:rPr lang="en-US" smtClean="0"/>
              <a:pPr/>
              <a:t>1/9/2020</a:t>
            </a:fld>
            <a:endParaRPr lang="en-US" dirty="0"/>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r>
              <a:rPr lang="sv-SE"/>
              <a:t>Comprehensive Examination</a:t>
            </a:r>
            <a:endParaRPr lang="en-US" dirty="0"/>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F2435E0-6C97-4F43-A6D8-9B45077C310A}" type="datetime1">
              <a:rPr lang="en-US" smtClean="0"/>
              <a:pPr/>
              <a:t>1/9/2020</a:t>
            </a:fld>
            <a:endParaRPr lang="en-US"/>
          </a:p>
        </p:txBody>
      </p:sp>
      <p:sp>
        <p:nvSpPr>
          <p:cNvPr id="5" name="Footer Placeholder 4"/>
          <p:cNvSpPr>
            <a:spLocks noGrp="1"/>
          </p:cNvSpPr>
          <p:nvPr>
            <p:ph type="ftr" sz="quarter" idx="11"/>
          </p:nvPr>
        </p:nvSpPr>
        <p:spPr/>
        <p:txBody>
          <a:bodyPr/>
          <a:lstStyle/>
          <a:p>
            <a:r>
              <a:rPr lang="sv-SE"/>
              <a:t>Comprehensive Examination</a:t>
            </a:r>
            <a:endParaRPr lang="en-US"/>
          </a:p>
        </p:txBody>
      </p:sp>
      <p:sp>
        <p:nvSpPr>
          <p:cNvPr id="6" name="Slide Number Placeholder 5"/>
          <p:cNvSpPr>
            <a:spLocks noGrp="1"/>
          </p:cNvSpPr>
          <p:nvPr>
            <p:ph type="sldNum" sz="quarter" idx="12"/>
          </p:nvPr>
        </p:nvSpPr>
        <p:spPr/>
        <p:txBody>
          <a:bodyPr/>
          <a:lstStyle/>
          <a:p>
            <a:fld id="{8379391B-7504-45C9-9DE3-8766B2043D5B}"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3182512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269923"/>
            <a:ext cx="7406640" cy="1104138"/>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387548"/>
            <a:ext cx="7406640" cy="131445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pPr algn="ctr"/>
            <a:fld id="{67CD7FE0-7A06-4323-A633-093765BF90D0}" type="datetime1">
              <a:rPr lang="en-US" smtClean="0">
                <a:solidFill>
                  <a:srgbClr val="FFFFFF"/>
                </a:solidFill>
              </a:rPr>
              <a:pPr algn="ctr"/>
              <a:t>1/9/2020</a:t>
            </a:fld>
            <a:endParaRPr lang="en-US" sz="2000" dirty="0">
              <a:solidFill>
                <a:srgbClr val="FFFFFF"/>
              </a:solidFill>
            </a:endParaRPr>
          </a:p>
        </p:txBody>
      </p:sp>
      <p:sp>
        <p:nvSpPr>
          <p:cNvPr id="20" name="Footer Placeholder 19"/>
          <p:cNvSpPr>
            <a:spLocks noGrp="1"/>
          </p:cNvSpPr>
          <p:nvPr>
            <p:ph type="ftr" sz="quarter" idx="11"/>
          </p:nvPr>
        </p:nvSpPr>
        <p:spPr/>
        <p:txBody>
          <a:bodyPr/>
          <a:lstStyle/>
          <a:p>
            <a:pPr algn="r"/>
            <a:r>
              <a:rPr lang="sv-SE">
                <a:solidFill>
                  <a:schemeClr val="tx2"/>
                </a:solidFill>
              </a:rPr>
              <a:t>Comprehensive Examination</a:t>
            </a:r>
            <a:endParaRPr lang="en-US" dirty="0">
              <a:solidFill>
                <a:schemeClr val="tx2"/>
              </a:solidFill>
            </a:endParaRPr>
          </a:p>
        </p:txBody>
      </p:sp>
      <p:sp>
        <p:nvSpPr>
          <p:cNvPr id="10" name="Slide Number Placeholder 9"/>
          <p:cNvSpPr>
            <a:spLocks noGrp="1"/>
          </p:cNvSpPr>
          <p:nvPr>
            <p:ph type="sldNum" sz="quarter" idx="12"/>
          </p:nvPr>
        </p:nvSpPr>
        <p:spPr/>
        <p:txBody>
          <a:bodyPr/>
          <a:lstStyle/>
          <a:p>
            <a:fld id="{8F82E0A0-C266-4798-8C8F-B9F91E9DA37E}" type="slidenum">
              <a:rPr lang="en-US" smtClean="0">
                <a:solidFill>
                  <a:schemeClr val="tx2"/>
                </a:solidFill>
              </a:rPr>
              <a:pPr/>
              <a:t>‹#›</a:t>
            </a:fld>
            <a:endParaRPr lang="en-US" dirty="0">
              <a:solidFill>
                <a:schemeClr val="tx2"/>
              </a:solidFill>
            </a:endParaRPr>
          </a:p>
        </p:txBody>
      </p:sp>
      <p:sp>
        <p:nvSpPr>
          <p:cNvPr id="8" name="Oval 7"/>
          <p:cNvSpPr/>
          <p:nvPr/>
        </p:nvSpPr>
        <p:spPr>
          <a:xfrm>
            <a:off x="921433" y="106035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008762"/>
            <a:ext cx="64008" cy="48006"/>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lvl1pPr>
              <a:defRPr>
                <a:solidFill>
                  <a:schemeClr val="tx1"/>
                </a:solidFill>
                <a:latin typeface="Arial Black" pitchFamily="34" charset="0"/>
              </a:defRPr>
            </a:lvl1pPr>
            <a:extLst/>
          </a:lstStyle>
          <a:p>
            <a:fld id="{E25FD23A-F8F8-4D69-A395-0AF2E89CE2FE}" type="datetime1">
              <a:rPr lang="en-US" smtClean="0"/>
              <a:pPr/>
              <a:t>1/9/2020</a:t>
            </a:fld>
            <a:endParaRPr lang="en-US"/>
          </a:p>
        </p:txBody>
      </p:sp>
      <p:sp>
        <p:nvSpPr>
          <p:cNvPr id="5" name="Footer Placeholder 4"/>
          <p:cNvSpPr>
            <a:spLocks noGrp="1"/>
          </p:cNvSpPr>
          <p:nvPr>
            <p:ph type="ftr" sz="quarter" idx="11"/>
          </p:nvPr>
        </p:nvSpPr>
        <p:spPr/>
        <p:txBody>
          <a:bodyPr/>
          <a:lstStyle>
            <a:lvl1pPr>
              <a:defRPr>
                <a:solidFill>
                  <a:schemeClr val="tx1"/>
                </a:solidFill>
                <a:latin typeface="Arial Black" pitchFamily="34" charset="0"/>
              </a:defRPr>
            </a:lvl1pPr>
            <a:extLst/>
          </a:lstStyle>
          <a:p>
            <a:r>
              <a:rPr lang="sv-SE"/>
              <a:t>Comprehensive Examination</a:t>
            </a:r>
            <a:endParaRPr lang="en-US" dirty="0"/>
          </a:p>
        </p:txBody>
      </p:sp>
      <p:sp>
        <p:nvSpPr>
          <p:cNvPr id="6" name="Slide Number Placeholder 5"/>
          <p:cNvSpPr>
            <a:spLocks noGrp="1"/>
          </p:cNvSpPr>
          <p:nvPr>
            <p:ph type="sldNum" sz="quarter" idx="12"/>
          </p:nvPr>
        </p:nvSpPr>
        <p:spPr/>
        <p:txBody>
          <a:bodyPr/>
          <a:lstStyle>
            <a:lvl1pPr>
              <a:defRPr>
                <a:solidFill>
                  <a:schemeClr val="tx1"/>
                </a:solidFill>
                <a:latin typeface="Arial Black" pitchFamily="34" charset="0"/>
              </a:defRPr>
            </a:lvl1pPr>
            <a:extLst/>
          </a:lstStyle>
          <a:p>
            <a:fld id="{8379391B-7504-45C9-9DE3-8766B2043D5B}"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41"/>
            <a:ext cx="6858000" cy="5143541"/>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1950244"/>
            <a:ext cx="6400800" cy="17145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800100"/>
            <a:ext cx="6400800" cy="1132284"/>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FB84E1A9-E001-42AC-A12F-6AE7E6ACAE3C}" type="datetime1">
              <a:rPr lang="en-US" smtClean="0"/>
              <a:pPr/>
              <a:t>1/9/2020</a:t>
            </a:fld>
            <a:endParaRPr lang="en-US" dirty="0"/>
          </a:p>
        </p:txBody>
      </p:sp>
      <p:sp>
        <p:nvSpPr>
          <p:cNvPr id="5" name="Footer Placeholder 4"/>
          <p:cNvSpPr>
            <a:spLocks noGrp="1"/>
          </p:cNvSpPr>
          <p:nvPr>
            <p:ph type="ftr" sz="quarter" idx="11"/>
          </p:nvPr>
        </p:nvSpPr>
        <p:spPr/>
        <p:txBody>
          <a:bodyPr/>
          <a:lstStyle/>
          <a:p>
            <a:r>
              <a:rPr lang="sv-SE"/>
              <a:t>Comprehensive Examination</a:t>
            </a:r>
            <a:endParaRPr lang="en-US" dirty="0"/>
          </a:p>
        </p:txBody>
      </p:sp>
      <p:sp>
        <p:nvSpPr>
          <p:cNvPr id="6" name="Slide Number Placeholder 5"/>
          <p:cNvSpPr>
            <a:spLocks noGrp="1"/>
          </p:cNvSpPr>
          <p:nvPr>
            <p:ph type="sldNum" sz="quarter" idx="12"/>
          </p:nvPr>
        </p:nvSpPr>
        <p:spPr/>
        <p:txBody>
          <a:bodyPr/>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0" name="Rectangle 9"/>
          <p:cNvSpPr/>
          <p:nvPr/>
        </p:nvSpPr>
        <p:spPr bwMode="invGray">
          <a:xfrm>
            <a:off x="2286000" y="0"/>
            <a:ext cx="76200"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11099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059403"/>
            <a:ext cx="64008" cy="48006"/>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740"/>
            <a:ext cx="7498080" cy="857250"/>
          </a:xfrm>
        </p:spPr>
        <p:txBody>
          <a:bodyPr/>
          <a:lstStyle/>
          <a:p>
            <a:r>
              <a:rPr kumimoji="0" lang="en-US"/>
              <a:t>Click to edit Master title style</a:t>
            </a:r>
          </a:p>
        </p:txBody>
      </p:sp>
      <p:sp>
        <p:nvSpPr>
          <p:cNvPr id="3" name="Content Placeholder 2"/>
          <p:cNvSpPr>
            <a:spLocks noGrp="1"/>
          </p:cNvSpPr>
          <p:nvPr>
            <p:ph sz="half" idx="1"/>
          </p:nvPr>
        </p:nvSpPr>
        <p:spPr>
          <a:xfrm>
            <a:off x="1435608" y="1143000"/>
            <a:ext cx="3657600" cy="34975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143000"/>
            <a:ext cx="3657600" cy="34975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FBC0CAF-2C82-460F-90D1-C2C7BBC7E712}" type="datetime1">
              <a:rPr lang="en-US" smtClean="0"/>
              <a:pPr/>
              <a:t>1/9/2020</a:t>
            </a:fld>
            <a:endParaRPr lang="en-US" dirty="0"/>
          </a:p>
        </p:txBody>
      </p:sp>
      <p:sp>
        <p:nvSpPr>
          <p:cNvPr id="6" name="Footer Placeholder 5"/>
          <p:cNvSpPr>
            <a:spLocks noGrp="1"/>
          </p:cNvSpPr>
          <p:nvPr>
            <p:ph type="ftr" sz="quarter" idx="11"/>
          </p:nvPr>
        </p:nvSpPr>
        <p:spPr/>
        <p:txBody>
          <a:bodyPr/>
          <a:lstStyle/>
          <a:p>
            <a:r>
              <a:rPr lang="sv-SE"/>
              <a:t>Comprehensive Examination</a:t>
            </a:r>
            <a:endParaRPr lang="en-US" dirty="0"/>
          </a:p>
        </p:txBody>
      </p:sp>
      <p:sp>
        <p:nvSpPr>
          <p:cNvPr id="7" name="Slide Number Placeholder 6"/>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dirty="0"/>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70252"/>
            <a:ext cx="8229600" cy="85725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246209"/>
            <a:ext cx="4023360" cy="48006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246209"/>
            <a:ext cx="4023360" cy="48006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727002"/>
            <a:ext cx="4023360" cy="30861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727002"/>
            <a:ext cx="4023360" cy="30861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F8889E26-1FCC-4B3F-B660-C2B03C75462E}" type="datetime1">
              <a:rPr lang="en-US" smtClean="0"/>
              <a:pPr/>
              <a:t>1/9/2020</a:t>
            </a:fld>
            <a:endParaRPr lang="en-US" dirty="0"/>
          </a:p>
        </p:txBody>
      </p:sp>
      <p:sp>
        <p:nvSpPr>
          <p:cNvPr id="8" name="Footer Placeholder 7"/>
          <p:cNvSpPr>
            <a:spLocks noGrp="1"/>
          </p:cNvSpPr>
          <p:nvPr>
            <p:ph type="ftr" sz="quarter" idx="11"/>
          </p:nvPr>
        </p:nvSpPr>
        <p:spPr/>
        <p:txBody>
          <a:bodyPr/>
          <a:lstStyle/>
          <a:p>
            <a:r>
              <a:rPr lang="sv-SE"/>
              <a:t>Comprehensive Examination</a:t>
            </a:r>
            <a:endParaRPr lang="en-US" dirty="0"/>
          </a:p>
        </p:txBody>
      </p:sp>
      <p:sp>
        <p:nvSpPr>
          <p:cNvPr id="9" name="Slide Number Placeholder 8"/>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dirty="0"/>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740"/>
            <a:ext cx="7498080" cy="85725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8C7AAF2D-C4FA-4AD1-B9C5-541A2E6970C2}" type="datetime1">
              <a:rPr lang="en-US" smtClean="0"/>
              <a:pPr/>
              <a:t>1/9/2020</a:t>
            </a:fld>
            <a:endParaRPr lang="en-US" dirty="0"/>
          </a:p>
        </p:txBody>
      </p:sp>
      <p:sp>
        <p:nvSpPr>
          <p:cNvPr id="4" name="Footer Placeholder 3"/>
          <p:cNvSpPr>
            <a:spLocks noGrp="1"/>
          </p:cNvSpPr>
          <p:nvPr>
            <p:ph type="ftr" sz="quarter" idx="11"/>
          </p:nvPr>
        </p:nvSpPr>
        <p:spPr/>
        <p:txBody>
          <a:bodyPr/>
          <a:lstStyle/>
          <a:p>
            <a:r>
              <a:rPr lang="sv-SE"/>
              <a:t>Comprehensive Examination</a:t>
            </a:r>
            <a:endParaRPr lang="en-US" dirty="0"/>
          </a:p>
        </p:txBody>
      </p:sp>
      <p:sp>
        <p:nvSpPr>
          <p:cNvPr id="5" name="Slide Number Placeholder 4"/>
          <p:cNvSpPr>
            <a:spLocks noGrp="1"/>
          </p:cNvSpPr>
          <p:nvPr>
            <p:ph type="sldNum" sz="quarter" idx="12"/>
          </p:nvPr>
        </p:nvSpPr>
        <p:spPr/>
        <p:txBody>
          <a:bodyPr/>
          <a:lstStyle/>
          <a:p>
            <a:fld id="{A3F7CB7D-F184-43C7-B6FD-03D728E1BBFF}" type="slidenum">
              <a:rPr lang="en-US" smtClean="0">
                <a:solidFill>
                  <a:srgbClr val="FFFFFF"/>
                </a:solidFill>
              </a:rPr>
              <a:pPr/>
              <a:t>‹#›</a:t>
            </a:fld>
            <a:endParaRPr lang="en-US" dirty="0">
              <a:solidFill>
                <a:srgbClr val="FFFFFF"/>
              </a:solidFill>
            </a:endParaRPr>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073B0D40-64F2-4F15-9F14-A1518D69498A}" type="datetime1">
              <a:rPr lang="en-US" smtClean="0"/>
              <a:pPr/>
              <a:t>1/9/2020</a:t>
            </a:fld>
            <a:endParaRPr lang="en-US" dirty="0"/>
          </a:p>
        </p:txBody>
      </p:sp>
      <p:sp>
        <p:nvSpPr>
          <p:cNvPr id="3" name="Footer Placeholder 2"/>
          <p:cNvSpPr>
            <a:spLocks noGrp="1"/>
          </p:cNvSpPr>
          <p:nvPr>
            <p:ph type="ftr" sz="quarter" idx="11"/>
          </p:nvPr>
        </p:nvSpPr>
        <p:spPr/>
        <p:txBody>
          <a:bodyPr/>
          <a:lstStyle/>
          <a:p>
            <a:r>
              <a:rPr lang="sv-SE"/>
              <a:t>Comprehensive Examination</a:t>
            </a:r>
            <a:endParaRPr lang="en-US" dirty="0"/>
          </a:p>
        </p:txBody>
      </p:sp>
      <p:sp>
        <p:nvSpPr>
          <p:cNvPr id="4" name="Slide Number Placeholder 3"/>
          <p:cNvSpPr>
            <a:spLocks noGrp="1"/>
          </p:cNvSpPr>
          <p:nvPr>
            <p:ph type="sldNum" sz="quarter" idx="12"/>
          </p:nvPr>
        </p:nvSpPr>
        <p:spPr/>
        <p:txBody>
          <a:bodyPr/>
          <a:lstStyle/>
          <a:p>
            <a:fld id="{A3F7CB7D-F184-43C7-B6FD-03D728E1BBFF}" type="slidenum">
              <a:rPr lang="en-US" smtClean="0">
                <a:solidFill>
                  <a:schemeClr val="tx2"/>
                </a:solidFill>
              </a:rPr>
              <a:pPr/>
              <a:t>‹#›</a:t>
            </a:fld>
            <a:endParaRPr lang="en-US" dirty="0">
              <a:solidFill>
                <a:schemeClr val="tx2"/>
              </a:solidFill>
            </a:endParaRPr>
          </a:p>
        </p:txBody>
      </p:sp>
      <p:sp>
        <p:nvSpPr>
          <p:cNvPr id="6" name="Rectangle 5"/>
          <p:cNvSpPr/>
          <p:nvPr/>
        </p:nvSpPr>
        <p:spPr bwMode="invGray">
          <a:xfrm>
            <a:off x="1014984" y="-41"/>
            <a:ext cx="73152"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62583"/>
            <a:ext cx="3810000" cy="871538"/>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055223"/>
            <a:ext cx="3810000" cy="523875"/>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1600201"/>
            <a:ext cx="8153400" cy="299442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E8EEF6F-9573-4DF5-91E4-4DE0B495F90F}" type="datetime1">
              <a:rPr lang="en-US" smtClean="0"/>
              <a:pPr/>
              <a:t>1/9/2020</a:t>
            </a:fld>
            <a:endParaRPr lang="en-US" dirty="0"/>
          </a:p>
        </p:txBody>
      </p:sp>
      <p:sp>
        <p:nvSpPr>
          <p:cNvPr id="6" name="Footer Placeholder 5"/>
          <p:cNvSpPr>
            <a:spLocks noGrp="1"/>
          </p:cNvSpPr>
          <p:nvPr>
            <p:ph type="ftr" sz="quarter" idx="11"/>
          </p:nvPr>
        </p:nvSpPr>
        <p:spPr/>
        <p:txBody>
          <a:bodyPr/>
          <a:lstStyle/>
          <a:p>
            <a:r>
              <a:rPr lang="sv-SE"/>
              <a:t>Comprehensive Examination</a:t>
            </a:r>
            <a:endParaRPr lang="en-US" dirty="0"/>
          </a:p>
        </p:txBody>
      </p:sp>
      <p:sp>
        <p:nvSpPr>
          <p:cNvPr id="7" name="Slide Number Placeholder 6"/>
          <p:cNvSpPr>
            <a:spLocks noGrp="1"/>
          </p:cNvSpPr>
          <p:nvPr>
            <p:ph type="sldNum" sz="quarter" idx="12"/>
          </p:nvPr>
        </p:nvSpPr>
        <p:spPr/>
        <p:txBody>
          <a:bodyPr/>
          <a:lstStyle/>
          <a:p>
            <a:fld id="{A3F7CB7D-F184-43C7-B6FD-03D728E1BBFF}" type="slidenum">
              <a:rPr lang="en-US" smtClean="0">
                <a:solidFill>
                  <a:srgbClr val="FFFFFF"/>
                </a:solidFill>
              </a:rPr>
              <a:pPr/>
              <a:t>‹#›</a:t>
            </a:fld>
            <a:endParaRPr lang="en-US" dirty="0">
              <a:solidFill>
                <a:srgbClr val="FFFFFF"/>
              </a:solidFill>
            </a:endParaRPr>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800100"/>
            <a:ext cx="2743200" cy="14859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5D542512-B60A-4109-B5B7-BD8026229EC1}" type="datetime1">
              <a:rPr lang="en-US" smtClean="0"/>
              <a:pPr/>
              <a:t>1/9/2020</a:t>
            </a:fld>
            <a:endParaRPr lang="en-US" dirty="0"/>
          </a:p>
        </p:txBody>
      </p:sp>
      <p:sp>
        <p:nvSpPr>
          <p:cNvPr id="6" name="Footer Placeholder 5"/>
          <p:cNvSpPr>
            <a:spLocks noGrp="1"/>
          </p:cNvSpPr>
          <p:nvPr>
            <p:ph type="ftr" sz="quarter" idx="11"/>
          </p:nvPr>
        </p:nvSpPr>
        <p:spPr/>
        <p:txBody>
          <a:bodyPr/>
          <a:lstStyle/>
          <a:p>
            <a:r>
              <a:rPr lang="sv-SE"/>
              <a:t>Comprehensive Examination</a:t>
            </a:r>
            <a:endParaRPr lang="en-US" dirty="0"/>
          </a:p>
        </p:txBody>
      </p:sp>
      <p:sp>
        <p:nvSpPr>
          <p:cNvPr id="7" name="Slide Number Placeholder 6"/>
          <p:cNvSpPr>
            <a:spLocks noGrp="1"/>
          </p:cNvSpPr>
          <p:nvPr>
            <p:ph type="sldNum" sz="quarter" idx="12"/>
          </p:nvPr>
        </p:nvSpPr>
        <p:spPr/>
        <p:txBody>
          <a:bodyPr/>
          <a:lstStyle/>
          <a:p>
            <a:pPr algn="ctr"/>
            <a:fld id="{8F82E0A0-C266-4798-8C8F-B9F91E9DA37E}" type="slidenum">
              <a:rPr lang="en-US" sz="2800" b="1" smtClean="0">
                <a:solidFill>
                  <a:srgbClr val="FFFFFF"/>
                </a:solidFill>
              </a:rPr>
              <a:pPr algn="ctr"/>
              <a:t>‹#›</a:t>
            </a:fld>
            <a:endParaRPr lang="en-US" sz="2800" dirty="0"/>
          </a:p>
        </p:txBody>
      </p:sp>
      <p:sp>
        <p:nvSpPr>
          <p:cNvPr id="8" name="Rectangle 7"/>
          <p:cNvSpPr/>
          <p:nvPr/>
        </p:nvSpPr>
        <p:spPr>
          <a:xfrm>
            <a:off x="762000" y="800100"/>
            <a:ext cx="4572000" cy="3429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857253"/>
            <a:ext cx="4419600" cy="2635898"/>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715756"/>
            <a:ext cx="685800" cy="15323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702589"/>
            <a:ext cx="649224" cy="15323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3600450"/>
            <a:ext cx="4419600" cy="5715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82C59F6-45D1-4175-A54A-8AB8C4EE273E}" type="datetime1">
              <a:rPr lang="en-US" smtClean="0"/>
              <a:pPr/>
              <a:t>1/9/2020</a:t>
            </a:fld>
            <a:endParaRPr lang="en-US" sz="1400" dirty="0">
              <a:solidFill>
                <a:schemeClr val="tx2"/>
              </a:solidFill>
            </a:endParaRPr>
          </a:p>
        </p:txBody>
      </p:sp>
      <p:sp>
        <p:nvSpPr>
          <p:cNvPr id="5" name="Footer Placeholder 4"/>
          <p:cNvSpPr>
            <a:spLocks noGrp="1"/>
          </p:cNvSpPr>
          <p:nvPr>
            <p:ph type="ftr" sz="quarter" idx="11"/>
          </p:nvPr>
        </p:nvSpPr>
        <p:spPr/>
        <p:txBody>
          <a:bodyPr/>
          <a:lstStyle/>
          <a:p>
            <a:pPr algn="r"/>
            <a:r>
              <a:rPr lang="sv-SE" sz="1400">
                <a:solidFill>
                  <a:schemeClr val="tx2"/>
                </a:solidFill>
              </a:rPr>
              <a:t>Comprehensive Examination</a:t>
            </a:r>
            <a:endParaRPr lang="en-US" sz="1400" dirty="0">
              <a:solidFill>
                <a:schemeClr val="tx2"/>
              </a:solidFill>
            </a:endParaRPr>
          </a:p>
        </p:txBody>
      </p:sp>
      <p:sp>
        <p:nvSpPr>
          <p:cNvPr id="6" name="Slide Number Placeholder 5"/>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05979"/>
            <a:ext cx="1828800" cy="4388644"/>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05980"/>
            <a:ext cx="5562600" cy="438864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A9AC681-2384-4687-86E8-D9B3D82CEF60}" type="datetime1">
              <a:rPr lang="en-US" smtClean="0"/>
              <a:pPr/>
              <a:t>1/9/2020</a:t>
            </a:fld>
            <a:endParaRPr lang="en-US" sz="1400" dirty="0">
              <a:solidFill>
                <a:schemeClr val="tx2"/>
              </a:solidFill>
            </a:endParaRPr>
          </a:p>
        </p:txBody>
      </p:sp>
      <p:sp>
        <p:nvSpPr>
          <p:cNvPr id="5" name="Footer Placeholder 4"/>
          <p:cNvSpPr>
            <a:spLocks noGrp="1"/>
          </p:cNvSpPr>
          <p:nvPr>
            <p:ph type="ftr" sz="quarter" idx="11"/>
          </p:nvPr>
        </p:nvSpPr>
        <p:spPr/>
        <p:txBody>
          <a:bodyPr/>
          <a:lstStyle/>
          <a:p>
            <a:pPr algn="r"/>
            <a:r>
              <a:rPr lang="sv-SE" sz="1400">
                <a:solidFill>
                  <a:schemeClr val="tx2"/>
                </a:solidFill>
              </a:rPr>
              <a:t>Comprehensive Examination</a:t>
            </a:r>
            <a:endParaRPr lang="en-US" sz="1400" dirty="0">
              <a:solidFill>
                <a:schemeClr val="tx2"/>
              </a:solidFill>
            </a:endParaRPr>
          </a:p>
        </p:txBody>
      </p:sp>
      <p:sp>
        <p:nvSpPr>
          <p:cNvPr id="6" name="Slide Number Placeholder 5"/>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fld id="{DA7DA67F-3754-43B5-87B0-B6D0DE63B7D4}" type="datetime1">
              <a:rPr lang="en-US" smtClean="0"/>
              <a:pPr/>
              <a:t>1/9/2020</a:t>
            </a:fld>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r>
              <a:rPr lang="sv-SE" sz="1400">
                <a:solidFill>
                  <a:schemeClr val="tx2"/>
                </a:solidFill>
              </a:rPr>
              <a:t>Comprehensive Examination</a:t>
            </a: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Lst>
  <p:transition spd="med">
    <p:fade/>
  </p:transition>
  <p:hf hdr="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611941"/>
            <a:ext cx="1638887" cy="1229165"/>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7" y="15827"/>
            <a:ext cx="1702191" cy="1276643"/>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791308"/>
            <a:ext cx="1125717" cy="826968"/>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41"/>
            <a:ext cx="8131127" cy="5143541"/>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05978"/>
            <a:ext cx="7498080" cy="85725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085850"/>
            <a:ext cx="7498080" cy="360045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4729162"/>
            <a:ext cx="2133600" cy="357188"/>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D91CAD21-3FB9-4A34-A2B6-4B037A24C587}" type="datetime1">
              <a:rPr lang="en-US" smtClean="0"/>
              <a:pPr/>
              <a:t>1/9/2020</a:t>
            </a:fld>
            <a:endParaRPr lang="en-US" sz="1400" dirty="0">
              <a:solidFill>
                <a:schemeClr val="tx2"/>
              </a:solidFill>
            </a:endParaRPr>
          </a:p>
        </p:txBody>
      </p:sp>
      <p:sp>
        <p:nvSpPr>
          <p:cNvPr id="10" name="Footer Placeholder 9"/>
          <p:cNvSpPr>
            <a:spLocks noGrp="1"/>
          </p:cNvSpPr>
          <p:nvPr>
            <p:ph type="ftr" sz="quarter" idx="3"/>
          </p:nvPr>
        </p:nvSpPr>
        <p:spPr>
          <a:xfrm>
            <a:off x="5715000" y="4729162"/>
            <a:ext cx="2895600" cy="357188"/>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pPr algn="r"/>
            <a:r>
              <a:rPr lang="sv-SE" sz="1400">
                <a:solidFill>
                  <a:schemeClr val="tx2"/>
                </a:solidFill>
              </a:rPr>
              <a:t>Comprehensive Examination</a:t>
            </a:r>
            <a:endParaRPr lang="en-US" sz="1400" dirty="0">
              <a:solidFill>
                <a:schemeClr val="tx2"/>
              </a:solidFill>
            </a:endParaRPr>
          </a:p>
        </p:txBody>
      </p:sp>
      <p:sp>
        <p:nvSpPr>
          <p:cNvPr id="22" name="Slide Number Placeholder 21"/>
          <p:cNvSpPr>
            <a:spLocks noGrp="1"/>
          </p:cNvSpPr>
          <p:nvPr>
            <p:ph type="sldNum" sz="quarter" idx="4"/>
          </p:nvPr>
        </p:nvSpPr>
        <p:spPr>
          <a:xfrm>
            <a:off x="8613648" y="4729162"/>
            <a:ext cx="457200" cy="357188"/>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15" name="Rectangle 14"/>
          <p:cNvSpPr/>
          <p:nvPr/>
        </p:nvSpPr>
        <p:spPr bwMode="invGray">
          <a:xfrm>
            <a:off x="1014984" y="-41"/>
            <a:ext cx="73152"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fade/>
  </p:transition>
  <p:hf hdr="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7.jpeg"/><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2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2400" y="1962150"/>
            <a:ext cx="9601200" cy="838200"/>
          </a:xfrm>
        </p:spPr>
        <p:txBody>
          <a:bodyPr>
            <a:noAutofit/>
            <a:scene3d>
              <a:camera prst="orthographicFront"/>
              <a:lightRig rig="threePt" dir="t"/>
            </a:scene3d>
            <a:sp3d extrusionH="57150">
              <a:bevelT w="38100" h="38100" prst="convex"/>
            </a:sp3d>
          </a:bodyPr>
          <a:lstStyle/>
          <a:p>
            <a:pPr algn="ctr"/>
            <a:r>
              <a:rPr lang="en-US" sz="3200" b="1" cap="none" dirty="0">
                <a:solidFill>
                  <a:schemeClr val="tx1"/>
                </a:solidFill>
                <a:latin typeface="Times New Roman" pitchFamily="18" charset="0"/>
                <a:cs typeface="Times New Roman" pitchFamily="18" charset="0"/>
              </a:rPr>
              <a:t>Object Oriented Programming using Java (ECSE102L)</a:t>
            </a:r>
            <a:endParaRPr lang="en-US" sz="3200" i="1" dirty="0">
              <a:solidFill>
                <a:schemeClr val="tx1"/>
              </a:solidFill>
              <a:latin typeface="Times New Roman" pitchFamily="18" charset="0"/>
              <a:cs typeface="Times New Roman" pitchFamily="18" charset="0"/>
            </a:endParaRPr>
          </a:p>
        </p:txBody>
      </p:sp>
      <p:sp>
        <p:nvSpPr>
          <p:cNvPr id="8" name="Subtitle 7"/>
          <p:cNvSpPr>
            <a:spLocks noGrp="1"/>
          </p:cNvSpPr>
          <p:nvPr>
            <p:ph type="subTitle" idx="1"/>
          </p:nvPr>
        </p:nvSpPr>
        <p:spPr>
          <a:xfrm>
            <a:off x="1333500" y="4286250"/>
            <a:ext cx="6972300" cy="800100"/>
          </a:xfrm>
        </p:spPr>
        <p:txBody>
          <a:bodyPr>
            <a:noAutofit/>
          </a:bodyPr>
          <a:lstStyle/>
          <a:p>
            <a:pPr algn="ctr"/>
            <a:endParaRPr lang="en-US" sz="2400" dirty="0">
              <a:solidFill>
                <a:schemeClr val="tx1"/>
              </a:solidFill>
              <a:latin typeface="Times New Roman" pitchFamily="18" charset="0"/>
              <a:cs typeface="Times New Roman" pitchFamily="18" charset="0"/>
            </a:endParaRPr>
          </a:p>
          <a:p>
            <a:endParaRPr lang="en-US" sz="2400" dirty="0">
              <a:latin typeface="Calibri" pitchFamily="34"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Outline</a:t>
            </a:r>
          </a:p>
        </p:txBody>
      </p:sp>
      <p:sp>
        <p:nvSpPr>
          <p:cNvPr id="3" name="Content Placeholder 2"/>
          <p:cNvSpPr>
            <a:spLocks noGrp="1"/>
          </p:cNvSpPr>
          <p:nvPr>
            <p:ph idx="1"/>
          </p:nvPr>
        </p:nvSpPr>
        <p:spPr>
          <a:xfrm>
            <a:off x="990600" y="971550"/>
            <a:ext cx="7485888" cy="3886200"/>
          </a:xfrm>
        </p:spPr>
        <p:txBody>
          <a:bodyPr>
            <a:normAutofit/>
          </a:bodyPr>
          <a:lstStyle/>
          <a:p>
            <a:pPr marL="539496" indent="-457200" algn="just">
              <a:buFont typeface="+mj-lt"/>
              <a:buAutoNum type="arabicPeriod"/>
            </a:pPr>
            <a:r>
              <a:rPr lang="en-US" sz="2400" dirty="0">
                <a:latin typeface="Times New Roman" pitchFamily="18" charset="0"/>
                <a:cs typeface="Times New Roman" pitchFamily="18" charset="0"/>
              </a:rPr>
              <a:t>Introduction to Java</a:t>
            </a:r>
          </a:p>
          <a:p>
            <a:pPr marL="539496" indent="-457200" algn="just">
              <a:buFont typeface="+mj-lt"/>
              <a:buAutoNum type="arabicPeriod"/>
            </a:pPr>
            <a:r>
              <a:rPr lang="en-US" sz="2400" dirty="0">
                <a:latin typeface="Times New Roman" pitchFamily="18" charset="0"/>
                <a:cs typeface="Times New Roman" pitchFamily="18" charset="0"/>
              </a:rPr>
              <a:t>Bytecode</a:t>
            </a:r>
          </a:p>
          <a:p>
            <a:pPr marL="539496" indent="-457200" algn="just">
              <a:buFont typeface="+mj-lt"/>
              <a:buAutoNum type="arabicPeriod"/>
            </a:pPr>
            <a:r>
              <a:rPr lang="en-US" sz="2400" dirty="0">
                <a:latin typeface="Times New Roman" pitchFamily="18" charset="0"/>
                <a:cs typeface="Times New Roman" pitchFamily="18" charset="0"/>
              </a:rPr>
              <a:t>JVM Architecture </a:t>
            </a:r>
          </a:p>
          <a:p>
            <a:pPr marL="539496" indent="-457200" algn="just">
              <a:buFont typeface="+mj-lt"/>
              <a:buAutoNum type="arabicPeriod"/>
            </a:pPr>
            <a:r>
              <a:rPr lang="en-US" sz="2400" dirty="0">
                <a:latin typeface="Times New Roman" pitchFamily="18" charset="0"/>
                <a:cs typeface="Times New Roman" pitchFamily="18" charset="0"/>
              </a:rPr>
              <a:t>Applications of Java</a:t>
            </a:r>
          </a:p>
          <a:p>
            <a:pPr marL="539496" indent="-457200" algn="just">
              <a:buFont typeface="+mj-lt"/>
              <a:buAutoNum type="arabicPeriod"/>
            </a:pPr>
            <a:r>
              <a:rPr lang="en-US" sz="2400" dirty="0">
                <a:latin typeface="Times New Roman" pitchFamily="18" charset="0"/>
                <a:cs typeface="Times New Roman" pitchFamily="18" charset="0"/>
              </a:rPr>
              <a:t>Types of Java Application</a:t>
            </a:r>
          </a:p>
          <a:p>
            <a:pPr marL="539496" indent="-457200" algn="just">
              <a:buFont typeface="+mj-lt"/>
              <a:buAutoNum type="arabicPeriod"/>
            </a:pPr>
            <a:r>
              <a:rPr lang="en-US" sz="2400" dirty="0">
                <a:latin typeface="Times New Roman" pitchFamily="18" charset="0"/>
                <a:cs typeface="Times New Roman" pitchFamily="18" charset="0"/>
              </a:rPr>
              <a:t>History of Java</a:t>
            </a:r>
          </a:p>
          <a:p>
            <a:pPr marL="539496" indent="-457200" algn="just">
              <a:buFont typeface="+mj-lt"/>
              <a:buAutoNum type="arabicPeriod"/>
            </a:pPr>
            <a:r>
              <a:rPr lang="en-US" sz="2400" dirty="0">
                <a:latin typeface="Times New Roman" pitchFamily="18" charset="0"/>
                <a:cs typeface="Times New Roman" pitchFamily="18" charset="0"/>
              </a:rPr>
              <a:t>Features of Java</a:t>
            </a:r>
          </a:p>
          <a:p>
            <a:pPr marL="539496" indent="-457200" algn="just">
              <a:buFont typeface="+mj-lt"/>
              <a:buAutoNum type="arabicPeriod"/>
            </a:pPr>
            <a:r>
              <a:rPr lang="en-US" sz="2400" dirty="0">
                <a:latin typeface="Times New Roman" pitchFamily="18" charset="0"/>
                <a:cs typeface="Times New Roman" pitchFamily="18" charset="0"/>
              </a:rPr>
              <a:t>Simple Java Program</a:t>
            </a: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2</a:t>
            </a:fld>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07272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     Introduction to Java</a:t>
            </a:r>
          </a:p>
        </p:txBody>
      </p:sp>
      <p:sp>
        <p:nvSpPr>
          <p:cNvPr id="16"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3</a:t>
            </a:fld>
            <a:endParaRPr lang="en-US"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B38DBEE9-CA64-47EC-A10B-C5FE71AA9D77}"/>
              </a:ext>
            </a:extLst>
          </p:cNvPr>
          <p:cNvSpPr>
            <a:spLocks noGrp="1"/>
          </p:cNvSpPr>
          <p:nvPr>
            <p:ph idx="1"/>
          </p:nvPr>
        </p:nvSpPr>
        <p:spPr>
          <a:xfrm>
            <a:off x="990600" y="1085850"/>
            <a:ext cx="7943088" cy="3700462"/>
          </a:xfrm>
        </p:spPr>
        <p:txBody>
          <a:bodyPr>
            <a:normAutofit/>
          </a:bodyPr>
          <a:lstStyle/>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Java is a general purpose programming language.</a:t>
            </a: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It is High Level language. </a:t>
            </a: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Java was originally developed by James Gosling at Sun Microsystems in 1995.</a:t>
            </a: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Java is a language that is platform independent.</a:t>
            </a: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 platform is the hardware and software environment in which a programs run.</a:t>
            </a: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Java has its own Java Runtime </a:t>
            </a:r>
            <a:r>
              <a:rPr lang="en-IN" sz="2400" dirty="0">
                <a:latin typeface="Times New Roman" panose="02020603050405020304" pitchFamily="18" charset="0"/>
                <a:cs typeface="Times New Roman" panose="02020603050405020304" pitchFamily="18" charset="0"/>
              </a:rPr>
              <a:t>Environment (JRE) and API.</a:t>
            </a:r>
          </a:p>
        </p:txBody>
      </p:sp>
      <p:sp>
        <p:nvSpPr>
          <p:cNvPr id="7" name="Rectangle: Beveled 6">
            <a:extLst>
              <a:ext uri="{FF2B5EF4-FFF2-40B4-BE49-F238E27FC236}">
                <a16:creationId xmlns:a16="http://schemas.microsoft.com/office/drawing/2014/main" id="{724DADFB-26E2-41E1-BDCB-835BA8AD4714}"/>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2387477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     Introduction to Java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16"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4</a:t>
            </a:fld>
            <a:endParaRPr lang="en-US"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B38DBEE9-CA64-47EC-A10B-C5FE71AA9D77}"/>
              </a:ext>
            </a:extLst>
          </p:cNvPr>
          <p:cNvSpPr>
            <a:spLocks noGrp="1"/>
          </p:cNvSpPr>
          <p:nvPr>
            <p:ph idx="1"/>
          </p:nvPr>
        </p:nvSpPr>
        <p:spPr>
          <a:xfrm>
            <a:off x="990600" y="1085850"/>
            <a:ext cx="7943088" cy="3700462"/>
          </a:xfrm>
        </p:spPr>
        <p:txBody>
          <a:bodyPr>
            <a:normAutofit/>
          </a:bodyPr>
          <a:lstStyle/>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Java code is once compiled, it can run on any platform without recompiling or any kind of modification.</a:t>
            </a:r>
          </a:p>
          <a:p>
            <a:pPr lvl="1"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“Write Once Run Anywhere”</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The aforementioned feature of Java is supported by Java Virtual Machine (JVM). </a:t>
            </a:r>
          </a:p>
          <a:p>
            <a:pPr lvl="1"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First, Java code is complied into bytecode. This bytecode gets interpreted on different machines. Java bytecode is the result of the compilation of a Java program, an intermediate representation of that program which is machine independent.</a:t>
            </a:r>
            <a:endParaRPr lang="en-IN" sz="2400" dirty="0">
              <a:latin typeface="Times New Roman" panose="02020603050405020304" pitchFamily="18" charset="0"/>
              <a:cs typeface="Times New Roman" panose="02020603050405020304" pitchFamily="18" charset="0"/>
            </a:endParaRPr>
          </a:p>
        </p:txBody>
      </p:sp>
      <p:sp>
        <p:nvSpPr>
          <p:cNvPr id="7" name="Rectangle: Beveled 6">
            <a:extLst>
              <a:ext uri="{FF2B5EF4-FFF2-40B4-BE49-F238E27FC236}">
                <a16:creationId xmlns:a16="http://schemas.microsoft.com/office/drawing/2014/main" id="{E0689022-5DCD-4146-82E9-7D5AECF2261E}"/>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1493470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     Bytecode</a:t>
            </a:r>
          </a:p>
        </p:txBody>
      </p:sp>
      <p:sp>
        <p:nvSpPr>
          <p:cNvPr id="16"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5</a:t>
            </a:fld>
            <a:endParaRPr lang="en-US"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B38DBEE9-CA64-47EC-A10B-C5FE71AA9D77}"/>
              </a:ext>
            </a:extLst>
          </p:cNvPr>
          <p:cNvSpPr>
            <a:spLocks noGrp="1"/>
          </p:cNvSpPr>
          <p:nvPr>
            <p:ph idx="1"/>
          </p:nvPr>
        </p:nvSpPr>
        <p:spPr>
          <a:xfrm>
            <a:off x="990600" y="1047750"/>
            <a:ext cx="7943088" cy="3738562"/>
          </a:xfrm>
        </p:spPr>
        <p:txBody>
          <a:bodyPr>
            <a:noAutofit/>
          </a:bodyPr>
          <a:lstStyle/>
          <a:p>
            <a:pPr algn="just">
              <a:buFont typeface="Wingdings" panose="05000000000000000000" pitchFamily="2" charset="2"/>
              <a:buChar char="q"/>
            </a:pPr>
            <a:r>
              <a:rPr lang="en-GB" sz="2400" dirty="0">
                <a:latin typeface="Times New Roman" panose="02020603050405020304" pitchFamily="18" charset="0"/>
                <a:cs typeface="Times New Roman" panose="02020603050405020304" pitchFamily="18" charset="0"/>
              </a:rPr>
              <a:t>When we write a program in Java, at first, the compiler compiles the program and a bytecode is generated. </a:t>
            </a:r>
          </a:p>
          <a:p>
            <a:pPr algn="just">
              <a:buFont typeface="Wingdings" panose="05000000000000000000" pitchFamily="2" charset="2"/>
              <a:buChar char="q"/>
            </a:pPr>
            <a:r>
              <a:rPr lang="en-GB" sz="2400" dirty="0">
                <a:latin typeface="Times New Roman" panose="02020603050405020304" pitchFamily="18" charset="0"/>
                <a:cs typeface="Times New Roman" panose="02020603050405020304" pitchFamily="18" charset="0"/>
              </a:rPr>
              <a:t>When we wish to run this .class file on any other platform, we can do so. </a:t>
            </a:r>
          </a:p>
          <a:p>
            <a:pPr algn="just">
              <a:buFont typeface="Wingdings" panose="05000000000000000000" pitchFamily="2" charset="2"/>
              <a:buChar char="q"/>
            </a:pPr>
            <a:r>
              <a:rPr lang="en-GB" sz="2400" dirty="0">
                <a:latin typeface="Times New Roman" panose="02020603050405020304" pitchFamily="18" charset="0"/>
                <a:cs typeface="Times New Roman" panose="02020603050405020304" pitchFamily="18" charset="0"/>
              </a:rPr>
              <a:t>After the first compilation, the generated bytecode is now run by the Java Virtual Machine and the processor is not in consideration (only java installation is required).</a:t>
            </a:r>
          </a:p>
          <a:p>
            <a:pPr algn="just">
              <a:buFont typeface="Wingdings" panose="05000000000000000000" pitchFamily="2" charset="2"/>
              <a:buChar char="q"/>
            </a:pPr>
            <a:r>
              <a:rPr lang="en-GB" sz="2400" dirty="0">
                <a:latin typeface="Times New Roman" panose="02020603050405020304" pitchFamily="18" charset="0"/>
                <a:cs typeface="Times New Roman" panose="02020603050405020304" pitchFamily="18" charset="0"/>
              </a:rPr>
              <a:t>Implementation of JVM is based on stack.</a:t>
            </a:r>
          </a:p>
        </p:txBody>
      </p:sp>
      <p:sp>
        <p:nvSpPr>
          <p:cNvPr id="7" name="Rectangle: Beveled 6">
            <a:extLst>
              <a:ext uri="{FF2B5EF4-FFF2-40B4-BE49-F238E27FC236}">
                <a16:creationId xmlns:a16="http://schemas.microsoft.com/office/drawing/2014/main" id="{E0689022-5DCD-4146-82E9-7D5AECF2261E}"/>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2084602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     Bytecode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16"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6</a:t>
            </a:fld>
            <a:endParaRPr lang="en-US" dirty="0">
              <a:latin typeface="Times New Roman" pitchFamily="18" charset="0"/>
              <a:cs typeface="Times New Roman" pitchFamily="18" charset="0"/>
            </a:endParaRPr>
          </a:p>
        </p:txBody>
      </p:sp>
      <p:sp>
        <p:nvSpPr>
          <p:cNvPr id="7" name="Rectangle: Beveled 6">
            <a:extLst>
              <a:ext uri="{FF2B5EF4-FFF2-40B4-BE49-F238E27FC236}">
                <a16:creationId xmlns:a16="http://schemas.microsoft.com/office/drawing/2014/main" id="{E0689022-5DCD-4146-82E9-7D5AECF2261E}"/>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
        <p:nvSpPr>
          <p:cNvPr id="3" name="Content Placeholder 2">
            <a:extLst>
              <a:ext uri="{FF2B5EF4-FFF2-40B4-BE49-F238E27FC236}">
                <a16:creationId xmlns:a16="http://schemas.microsoft.com/office/drawing/2014/main" id="{EDA071CD-0C4D-4928-8AC9-24D3E0AB2ADF}"/>
              </a:ext>
            </a:extLst>
          </p:cNvPr>
          <p:cNvSpPr>
            <a:spLocks noGrp="1"/>
          </p:cNvSpPr>
          <p:nvPr>
            <p:ph idx="1"/>
          </p:nvPr>
        </p:nvSpPr>
        <p:spPr>
          <a:xfrm>
            <a:off x="1435608" y="1085850"/>
            <a:ext cx="7498080" cy="3695700"/>
          </a:xfrm>
        </p:spPr>
        <p:txBody>
          <a:bodyPr>
            <a:normAutofit fontScale="92500" lnSpcReduction="10000"/>
          </a:bodyPr>
          <a:lstStyle/>
          <a:p>
            <a:endParaRPr lang="en-IN" dirty="0"/>
          </a:p>
          <a:p>
            <a:endParaRPr lang="en-IN" dirty="0"/>
          </a:p>
          <a:p>
            <a:endParaRPr lang="en-IN" dirty="0"/>
          </a:p>
          <a:p>
            <a:endParaRPr lang="en-IN" dirty="0"/>
          </a:p>
          <a:p>
            <a:endParaRPr lang="en-IN" dirty="0"/>
          </a:p>
          <a:p>
            <a:pPr marL="82296" indent="0">
              <a:buNone/>
            </a:pPr>
            <a:endParaRPr lang="en-IN" sz="2400" dirty="0">
              <a:latin typeface="Times New Roman" panose="02020603050405020304" pitchFamily="18" charset="0"/>
              <a:cs typeface="Times New Roman" panose="02020603050405020304" pitchFamily="18" charset="0"/>
            </a:endParaRPr>
          </a:p>
          <a:p>
            <a:pPr marL="82296" indent="0">
              <a:buNone/>
            </a:pPr>
            <a:endParaRPr lang="en-IN" sz="2400" dirty="0">
              <a:latin typeface="Times New Roman" panose="02020603050405020304" pitchFamily="18" charset="0"/>
              <a:cs typeface="Times New Roman" panose="02020603050405020304" pitchFamily="18" charset="0"/>
            </a:endParaRPr>
          </a:p>
          <a:p>
            <a:pPr marL="82296" indent="0" algn="ctr">
              <a:buNone/>
            </a:pPr>
            <a:r>
              <a:rPr lang="en-IN" sz="2400" dirty="0">
                <a:latin typeface="Times New Roman" panose="02020603050405020304" pitchFamily="18" charset="0"/>
                <a:cs typeface="Times New Roman" panose="02020603050405020304" pitchFamily="18" charset="0"/>
              </a:rPr>
              <a:t>Fig 1: Bytecode </a:t>
            </a:r>
          </a:p>
        </p:txBody>
      </p:sp>
      <p:pic>
        <p:nvPicPr>
          <p:cNvPr id="8" name="Picture 2" descr="Java Bytecode">
            <a:extLst>
              <a:ext uri="{FF2B5EF4-FFF2-40B4-BE49-F238E27FC236}">
                <a16:creationId xmlns:a16="http://schemas.microsoft.com/office/drawing/2014/main" id="{051E0E14-EECB-4B69-B31D-B523C3C34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2992" y="857250"/>
            <a:ext cx="5105400"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096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Autofit/>
          </a:bodyPr>
          <a:lstStyle/>
          <a:p>
            <a:pPr algn="ctr"/>
            <a:r>
              <a:rPr lang="en-US" sz="3000" b="1" dirty="0">
                <a:solidFill>
                  <a:srgbClr val="0070C0"/>
                </a:solidFill>
                <a:effectLst/>
                <a:latin typeface="Times New Roman" pitchFamily="18" charset="0"/>
                <a:cs typeface="Times New Roman" pitchFamily="18" charset="0"/>
              </a:rPr>
              <a:t>JVM Architecture </a:t>
            </a:r>
          </a:p>
        </p:txBody>
      </p:sp>
      <p:sp>
        <p:nvSpPr>
          <p:cNvPr id="3" name="Content Placeholder 2"/>
          <p:cNvSpPr>
            <a:spLocks noGrp="1"/>
          </p:cNvSpPr>
          <p:nvPr>
            <p:ph idx="1"/>
          </p:nvPr>
        </p:nvSpPr>
        <p:spPr>
          <a:xfrm>
            <a:off x="990600" y="742950"/>
            <a:ext cx="7924800" cy="4191000"/>
          </a:xfrm>
        </p:spPr>
        <p:txBody>
          <a:bodyPr>
            <a:noAutofit/>
          </a:bodyPr>
          <a:lstStyle/>
          <a:p>
            <a:pPr lvl="2" algn="ctr">
              <a:buClr>
                <a:schemeClr val="tx1"/>
              </a:buClr>
              <a:buNone/>
            </a:pPr>
            <a:endParaRPr lang="en-US" sz="2000" dirty="0">
              <a:latin typeface="Times New Roman" pitchFamily="18" charset="0"/>
              <a:cs typeface="Times New Roman" pitchFamily="18" charset="0"/>
            </a:endParaRPr>
          </a:p>
          <a:p>
            <a:pPr lvl="2" algn="ctr">
              <a:buClr>
                <a:schemeClr val="tx1"/>
              </a:buClr>
              <a:buNone/>
            </a:pPr>
            <a:endParaRPr lang="en-US" sz="2000" dirty="0">
              <a:latin typeface="Times New Roman" pitchFamily="18" charset="0"/>
              <a:cs typeface="Times New Roman" pitchFamily="18" charset="0"/>
            </a:endParaRPr>
          </a:p>
          <a:p>
            <a:pPr lvl="2" algn="ctr">
              <a:buClr>
                <a:schemeClr val="tx1"/>
              </a:buClr>
              <a:buNone/>
            </a:pPr>
            <a:endParaRPr lang="en-US" sz="2000" dirty="0">
              <a:latin typeface="Times New Roman" pitchFamily="18" charset="0"/>
              <a:cs typeface="Times New Roman" pitchFamily="18" charset="0"/>
            </a:endParaRPr>
          </a:p>
          <a:p>
            <a:pPr lvl="2" algn="ctr">
              <a:buClr>
                <a:schemeClr val="tx1"/>
              </a:buClr>
              <a:buNone/>
            </a:pPr>
            <a:endParaRPr lang="en-US" sz="2000" dirty="0">
              <a:latin typeface="Times New Roman" pitchFamily="18" charset="0"/>
              <a:cs typeface="Times New Roman" pitchFamily="18" charset="0"/>
            </a:endParaRPr>
          </a:p>
          <a:p>
            <a:pPr lvl="2" algn="ctr">
              <a:buClr>
                <a:schemeClr val="tx1"/>
              </a:buClr>
              <a:buNone/>
            </a:pPr>
            <a:endParaRPr lang="en-US" sz="2000" dirty="0">
              <a:latin typeface="Times New Roman" pitchFamily="18" charset="0"/>
              <a:cs typeface="Times New Roman" pitchFamily="18" charset="0"/>
            </a:endParaRPr>
          </a:p>
          <a:p>
            <a:pPr lvl="2" algn="ctr">
              <a:buClr>
                <a:schemeClr val="tx1"/>
              </a:buClr>
              <a:buNone/>
            </a:pPr>
            <a:endParaRPr lang="en-US" sz="2000" dirty="0">
              <a:latin typeface="Times New Roman" pitchFamily="18" charset="0"/>
              <a:cs typeface="Times New Roman" pitchFamily="18" charset="0"/>
            </a:endParaRPr>
          </a:p>
          <a:p>
            <a:pPr lvl="2" algn="ctr">
              <a:buClr>
                <a:schemeClr val="tx1"/>
              </a:buClr>
              <a:buNone/>
            </a:pPr>
            <a:endParaRPr lang="en-US" sz="2000" dirty="0">
              <a:latin typeface="Times New Roman" pitchFamily="18" charset="0"/>
              <a:cs typeface="Times New Roman" pitchFamily="18" charset="0"/>
            </a:endParaRPr>
          </a:p>
          <a:p>
            <a:pPr lvl="2" algn="ctr">
              <a:buClr>
                <a:schemeClr val="tx1"/>
              </a:buClr>
              <a:buNone/>
            </a:pPr>
            <a:endParaRPr lang="en-US" sz="2000" dirty="0">
              <a:latin typeface="Times New Roman" pitchFamily="18" charset="0"/>
              <a:cs typeface="Times New Roman" pitchFamily="18" charset="0"/>
            </a:endParaRPr>
          </a:p>
          <a:p>
            <a:pPr lvl="2" algn="ctr">
              <a:buClr>
                <a:schemeClr val="tx1"/>
              </a:buClr>
              <a:buNone/>
            </a:pPr>
            <a:endParaRPr lang="en-US" sz="2000" dirty="0">
              <a:latin typeface="Times New Roman" pitchFamily="18" charset="0"/>
              <a:cs typeface="Times New Roman" pitchFamily="18" charset="0"/>
            </a:endParaRPr>
          </a:p>
          <a:p>
            <a:pPr lvl="2" algn="ctr">
              <a:buClr>
                <a:schemeClr val="tx1"/>
              </a:buClr>
              <a:buNone/>
            </a:pPr>
            <a:endParaRPr lang="en-US" sz="2000" dirty="0">
              <a:latin typeface="Times New Roman" pitchFamily="18" charset="0"/>
              <a:cs typeface="Times New Roman" pitchFamily="18" charset="0"/>
            </a:endParaRPr>
          </a:p>
          <a:p>
            <a:pPr lvl="2" algn="ctr">
              <a:buClr>
                <a:schemeClr val="tx1"/>
              </a:buClr>
              <a:buNone/>
            </a:pPr>
            <a:r>
              <a:rPr lang="en-US" sz="2000" dirty="0">
                <a:latin typeface="Times New Roman" pitchFamily="18" charset="0"/>
                <a:cs typeface="Times New Roman" pitchFamily="18" charset="0"/>
              </a:rPr>
              <a:t>Fig 2: JVM architecture</a:t>
            </a:r>
          </a:p>
          <a:p>
            <a:pPr marL="885825" lvl="2" indent="-885825" algn="ctr">
              <a:buClr>
                <a:schemeClr val="tx1"/>
              </a:buClr>
              <a:buNone/>
            </a:pPr>
            <a:endParaRPr lang="en-US" sz="2000" dirty="0">
              <a:latin typeface="Times New Roman" pitchFamily="18" charset="0"/>
              <a:cs typeface="Times New Roman" pitchFamily="18" charset="0"/>
            </a:endParaRPr>
          </a:p>
        </p:txBody>
      </p:sp>
      <p:sp>
        <p:nvSpPr>
          <p:cNvPr id="16"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7</a:t>
            </a:fld>
            <a:endParaRPr lang="en-US"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158E2F7E-D0AD-4F70-B606-1C02FEF12B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747548"/>
            <a:ext cx="6030167" cy="3653002"/>
          </a:xfrm>
          <a:prstGeom prst="rect">
            <a:avLst/>
          </a:prstGeom>
        </p:spPr>
      </p:pic>
      <p:sp>
        <p:nvSpPr>
          <p:cNvPr id="9" name="Rectangle: Beveled 8">
            <a:extLst>
              <a:ext uri="{FF2B5EF4-FFF2-40B4-BE49-F238E27FC236}">
                <a16:creationId xmlns:a16="http://schemas.microsoft.com/office/drawing/2014/main" id="{D1B8D465-A778-4213-A8C8-7B59C02D671B}"/>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2387477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802880" cy="895350"/>
          </a:xfrm>
        </p:spPr>
        <p:txBody>
          <a:bodyPr>
            <a:normAutofit/>
          </a:bodyPr>
          <a:lstStyle/>
          <a:p>
            <a:pPr algn="ctr"/>
            <a:r>
              <a:rPr lang="en-IN" sz="3000" b="1" dirty="0">
                <a:solidFill>
                  <a:srgbClr val="0070C0"/>
                </a:solidFill>
                <a:effectLst/>
                <a:latin typeface="Times New Roman" pitchFamily="18" charset="0"/>
                <a:cs typeface="Times New Roman" pitchFamily="18" charset="0"/>
              </a:rPr>
              <a:t>Applications of Java</a:t>
            </a:r>
            <a:endParaRPr lang="en-IN" sz="2700" b="1" dirty="0">
              <a:solidFill>
                <a:srgbClr val="0070C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990600" y="1047750"/>
            <a:ext cx="7924800" cy="3810000"/>
          </a:xfrm>
        </p:spPr>
        <p:txBody>
          <a:bodyPr>
            <a:normAutofit fontScale="92500" lnSpcReduction="10000"/>
          </a:bodyPr>
          <a:lstStyle/>
          <a:p>
            <a:pPr algn="just">
              <a:buFont typeface="Wingdings" panose="05000000000000000000" pitchFamily="2" charset="2"/>
              <a:buChar char="q"/>
            </a:pPr>
            <a:r>
              <a:rPr lang="en-GB" sz="2600" dirty="0">
                <a:latin typeface="Times New Roman" pitchFamily="18" charset="0"/>
                <a:cs typeface="Times New Roman" pitchFamily="18" charset="0"/>
              </a:rPr>
              <a:t>Approx. 3 Billion </a:t>
            </a:r>
            <a:r>
              <a:rPr lang="en-US" sz="2600" dirty="0">
                <a:latin typeface="Times New Roman" pitchFamily="18" charset="0"/>
                <a:cs typeface="Times New Roman" pitchFamily="18" charset="0"/>
              </a:rPr>
              <a:t>devices run java. Some of them are as follows:</a:t>
            </a:r>
          </a:p>
          <a:p>
            <a:pPr lvl="1" algn="just">
              <a:buFont typeface="Wingdings" panose="05000000000000000000" pitchFamily="2" charset="2"/>
              <a:buChar char="v"/>
            </a:pPr>
            <a:r>
              <a:rPr lang="en-US" sz="2200" dirty="0">
                <a:latin typeface="Times New Roman" pitchFamily="18" charset="0"/>
                <a:cs typeface="Times New Roman" pitchFamily="18" charset="0"/>
              </a:rPr>
              <a:t>Desktop applications</a:t>
            </a:r>
          </a:p>
          <a:p>
            <a:pPr lvl="1" algn="just">
              <a:buFont typeface="Wingdings" panose="05000000000000000000" pitchFamily="2" charset="2"/>
              <a:buChar char="v"/>
            </a:pPr>
            <a:r>
              <a:rPr lang="en-US" sz="2200" dirty="0">
                <a:latin typeface="Times New Roman" pitchFamily="18" charset="0"/>
                <a:cs typeface="Times New Roman" pitchFamily="18" charset="0"/>
              </a:rPr>
              <a:t>Web applications</a:t>
            </a:r>
          </a:p>
          <a:p>
            <a:pPr lvl="1" algn="just">
              <a:buFont typeface="Wingdings" panose="05000000000000000000" pitchFamily="2" charset="2"/>
              <a:buChar char="v"/>
            </a:pPr>
            <a:r>
              <a:rPr lang="en-US" sz="2200" dirty="0">
                <a:latin typeface="Times New Roman" pitchFamily="18" charset="0"/>
                <a:cs typeface="Times New Roman" pitchFamily="18" charset="0"/>
              </a:rPr>
              <a:t>Enterprise applications (banking)</a:t>
            </a:r>
          </a:p>
          <a:p>
            <a:pPr lvl="1" algn="just">
              <a:buFont typeface="Wingdings" panose="05000000000000000000" pitchFamily="2" charset="2"/>
              <a:buChar char="v"/>
            </a:pPr>
            <a:r>
              <a:rPr lang="en-US" sz="2200" dirty="0">
                <a:latin typeface="Times New Roman" pitchFamily="18" charset="0"/>
                <a:cs typeface="Times New Roman" pitchFamily="18" charset="0"/>
              </a:rPr>
              <a:t>Mobile</a:t>
            </a:r>
          </a:p>
          <a:p>
            <a:pPr lvl="1" algn="just">
              <a:buFont typeface="Wingdings" panose="05000000000000000000" pitchFamily="2" charset="2"/>
              <a:buChar char="v"/>
            </a:pPr>
            <a:r>
              <a:rPr lang="en-US" sz="2200" dirty="0">
                <a:latin typeface="Times New Roman" pitchFamily="18" charset="0"/>
                <a:cs typeface="Times New Roman" pitchFamily="18" charset="0"/>
              </a:rPr>
              <a:t>Embedded system</a:t>
            </a:r>
          </a:p>
          <a:p>
            <a:pPr lvl="1" algn="just">
              <a:buFont typeface="Wingdings" panose="05000000000000000000" pitchFamily="2" charset="2"/>
              <a:buChar char="v"/>
            </a:pPr>
            <a:r>
              <a:rPr lang="en-US" sz="2200" dirty="0">
                <a:latin typeface="Times New Roman" pitchFamily="18" charset="0"/>
                <a:cs typeface="Times New Roman" pitchFamily="18" charset="0"/>
              </a:rPr>
              <a:t>Smart card</a:t>
            </a:r>
          </a:p>
          <a:p>
            <a:pPr lvl="1" algn="just">
              <a:buFont typeface="Wingdings" panose="05000000000000000000" pitchFamily="2" charset="2"/>
              <a:buChar char="v"/>
            </a:pPr>
            <a:r>
              <a:rPr lang="en-US" sz="2200" dirty="0">
                <a:latin typeface="Times New Roman" pitchFamily="18" charset="0"/>
                <a:cs typeface="Times New Roman" pitchFamily="18" charset="0"/>
              </a:rPr>
              <a:t>Robotics</a:t>
            </a:r>
          </a:p>
          <a:p>
            <a:pPr lvl="1" algn="just">
              <a:buFont typeface="Wingdings" panose="05000000000000000000" pitchFamily="2" charset="2"/>
              <a:buChar char="v"/>
            </a:pPr>
            <a:r>
              <a:rPr lang="en-US" sz="2200" dirty="0">
                <a:latin typeface="Times New Roman" pitchFamily="18" charset="0"/>
                <a:cs typeface="Times New Roman" pitchFamily="18" charset="0"/>
              </a:rPr>
              <a:t>Games</a:t>
            </a:r>
            <a:endParaRPr lang="en-GB" sz="2200" dirty="0">
              <a:latin typeface="Times New Roman" pitchFamily="18" charset="0"/>
              <a:cs typeface="Times New Roman" pitchFamily="18" charset="0"/>
            </a:endParaRPr>
          </a:p>
          <a:p>
            <a:pPr algn="just">
              <a:buFont typeface="Wingdings" pitchFamily="2" charset="2"/>
              <a:buChar char="q"/>
            </a:pPr>
            <a:endParaRPr lang="en-GB" sz="2200" dirty="0">
              <a:latin typeface="Times New Roman" pitchFamily="18" charset="0"/>
              <a:cs typeface="Times New Roman" pitchFamily="18" charset="0"/>
            </a:endParaRPr>
          </a:p>
          <a:p>
            <a:pPr algn="just">
              <a:buFont typeface="Wingdings" pitchFamily="2" charset="2"/>
              <a:buChar char="q"/>
            </a:pPr>
            <a:endParaRPr lang="en-IN" sz="2400" b="1" dirty="0">
              <a:solidFill>
                <a:srgbClr val="00B0F0"/>
              </a:solidFill>
              <a:latin typeface="Times New Roman" pitchFamily="18" charset="0"/>
              <a:cs typeface="Times New Roman" pitchFamily="18" charset="0"/>
            </a:endParaRPr>
          </a:p>
          <a:p>
            <a:pPr algn="ctr">
              <a:buNone/>
            </a:pPr>
            <a:endParaRPr lang="en-IN" sz="2000" dirty="0">
              <a:latin typeface="Times New Roman" pitchFamily="18" charset="0"/>
              <a:cs typeface="Times New Roman" pitchFamily="18" charset="0"/>
            </a:endParaRPr>
          </a:p>
          <a:p>
            <a:pPr algn="ctr">
              <a:buNone/>
            </a:pPr>
            <a:endParaRPr lang="en-IN" sz="2000" dirty="0">
              <a:latin typeface="Times New Roman" pitchFamily="18" charset="0"/>
              <a:cs typeface="Times New Roman" pitchFamily="18" charset="0"/>
            </a:endParaRPr>
          </a:p>
          <a:p>
            <a:pPr algn="ctr">
              <a:buNone/>
            </a:pPr>
            <a:endParaRPr lang="en-IN" sz="2000" dirty="0">
              <a:latin typeface="Times New Roman" pitchFamily="18" charset="0"/>
              <a:cs typeface="Times New Roman" pitchFamily="18" charset="0"/>
            </a:endParaRPr>
          </a:p>
          <a:p>
            <a:pPr algn="ctr">
              <a:buNone/>
            </a:pPr>
            <a:endParaRPr lang="en-IN" sz="2000" dirty="0">
              <a:latin typeface="Times New Roman" pitchFamily="18" charset="0"/>
              <a:cs typeface="Times New Roman" pitchFamily="18" charset="0"/>
            </a:endParaRPr>
          </a:p>
          <a:p>
            <a:pPr algn="ctr">
              <a:buNone/>
            </a:pPr>
            <a:endParaRPr lang="en-IN" sz="2000" dirty="0">
              <a:latin typeface="Times New Roman" pitchFamily="18" charset="0"/>
              <a:cs typeface="Times New Roman" pitchFamily="18" charset="0"/>
            </a:endParaRPr>
          </a:p>
          <a:p>
            <a:pPr algn="ctr">
              <a:buNone/>
            </a:pPr>
            <a:endParaRPr lang="en-IN" sz="2000" dirty="0">
              <a:latin typeface="Times New Roman" pitchFamily="18" charset="0"/>
              <a:cs typeface="Times New Roman" pitchFamily="18" charset="0"/>
            </a:endParaRP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8</a:t>
            </a:fld>
            <a:endParaRPr lang="en-US" dirty="0">
              <a:latin typeface="Times New Roman" pitchFamily="18" charset="0"/>
              <a:cs typeface="Times New Roman" pitchFamily="18" charset="0"/>
            </a:endParaRPr>
          </a:p>
        </p:txBody>
      </p:sp>
      <p:sp>
        <p:nvSpPr>
          <p:cNvPr id="7" name="Rectangle: Beveled 6">
            <a:extLst>
              <a:ext uri="{FF2B5EF4-FFF2-40B4-BE49-F238E27FC236}">
                <a16:creationId xmlns:a16="http://schemas.microsoft.com/office/drawing/2014/main" id="{B050432B-3E4D-44DC-8631-FC83BE9EB0F8}"/>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802880" cy="895350"/>
          </a:xfrm>
        </p:spPr>
        <p:txBody>
          <a:bodyPr>
            <a:normAutofit/>
          </a:bodyPr>
          <a:lstStyle/>
          <a:p>
            <a:pPr algn="ctr"/>
            <a:r>
              <a:rPr lang="en-IN" sz="3000" b="1" dirty="0">
                <a:solidFill>
                  <a:srgbClr val="0070C0"/>
                </a:solidFill>
                <a:effectLst/>
                <a:latin typeface="Times New Roman" pitchFamily="18" charset="0"/>
                <a:cs typeface="Times New Roman" pitchFamily="18" charset="0"/>
              </a:rPr>
              <a:t>Types of Java Application</a:t>
            </a:r>
            <a:endParaRPr lang="en-IN" sz="2700" b="1" dirty="0">
              <a:solidFill>
                <a:srgbClr val="0070C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990600" y="1047750"/>
            <a:ext cx="7924800" cy="3810000"/>
          </a:xfrm>
        </p:spPr>
        <p:txBody>
          <a:bodyPr>
            <a:normAutofit/>
          </a:bodyPr>
          <a:lstStyle/>
          <a:p>
            <a:pPr algn="just">
              <a:buFont typeface="Wingdings" pitchFamily="2" charset="2"/>
              <a:buChar char="q"/>
            </a:pPr>
            <a:r>
              <a:rPr lang="en-GB" sz="2400" dirty="0">
                <a:latin typeface="Times New Roman" pitchFamily="18" charset="0"/>
                <a:cs typeface="Times New Roman" pitchFamily="18" charset="0"/>
              </a:rPr>
              <a:t>There are 4 type of java applications:</a:t>
            </a:r>
          </a:p>
          <a:p>
            <a:pPr lvl="1" algn="just">
              <a:buFont typeface="Wingdings" panose="05000000000000000000" pitchFamily="2" charset="2"/>
              <a:buChar char="v"/>
            </a:pPr>
            <a:r>
              <a:rPr lang="en-GB" sz="2000" dirty="0">
                <a:latin typeface="Times New Roman" pitchFamily="18" charset="0"/>
                <a:cs typeface="Times New Roman" pitchFamily="18" charset="0"/>
              </a:rPr>
              <a:t>Standalone Application: An application that install on each system (AWT and Swing are used).</a:t>
            </a:r>
          </a:p>
          <a:p>
            <a:pPr lvl="1" algn="just">
              <a:buFont typeface="Wingdings" panose="05000000000000000000" pitchFamily="2" charset="2"/>
              <a:buChar char="v"/>
            </a:pPr>
            <a:r>
              <a:rPr lang="en-GB" sz="2000" dirty="0">
                <a:latin typeface="Times New Roman" pitchFamily="18" charset="0"/>
                <a:cs typeface="Times New Roman" pitchFamily="18" charset="0"/>
              </a:rPr>
              <a:t>Web Application: </a:t>
            </a:r>
            <a:r>
              <a:rPr lang="en-US" sz="2000" dirty="0">
                <a:latin typeface="Times New Roman" panose="02020603050405020304" pitchFamily="18" charset="0"/>
                <a:cs typeface="Times New Roman" panose="02020603050405020304" pitchFamily="18" charset="0"/>
              </a:rPr>
              <a:t>An application that runs on the server side and creates </a:t>
            </a:r>
            <a:r>
              <a:rPr lang="en-IN" sz="2000" dirty="0">
                <a:latin typeface="Times New Roman" panose="02020603050405020304" pitchFamily="18" charset="0"/>
                <a:cs typeface="Times New Roman" panose="02020603050405020304" pitchFamily="18" charset="0"/>
              </a:rPr>
              <a:t>dynamic page (servlet, </a:t>
            </a:r>
            <a:r>
              <a:rPr lang="en-IN" sz="2000" dirty="0" err="1">
                <a:latin typeface="Times New Roman" panose="02020603050405020304" pitchFamily="18" charset="0"/>
                <a:cs typeface="Times New Roman" panose="02020603050405020304" pitchFamily="18" charset="0"/>
              </a:rPr>
              <a:t>jsp</a:t>
            </a:r>
            <a:r>
              <a:rPr lang="en-IN" sz="2000" dirty="0">
                <a:latin typeface="Times New Roman" panose="02020603050405020304" pitchFamily="18" charset="0"/>
                <a:cs typeface="Times New Roman" panose="02020603050405020304" pitchFamily="18" charset="0"/>
              </a:rPr>
              <a:t>, etc are used).</a:t>
            </a:r>
          </a:p>
          <a:p>
            <a:pPr lvl="1"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Enterprise Application: An application that is distributed in nature, such as banking applications. It has the advantage of high level security and load balancing.</a:t>
            </a:r>
          </a:p>
          <a:p>
            <a:pPr lvl="1"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Mobile Application: An application that is created for mobile devices (Android and Java ME are used).</a:t>
            </a:r>
            <a:endParaRPr lang="en-IN" sz="2000" dirty="0">
              <a:latin typeface="Times New Roman" pitchFamily="18" charset="0"/>
              <a:cs typeface="Times New Roman" pitchFamily="18" charset="0"/>
            </a:endParaRPr>
          </a:p>
          <a:p>
            <a:pPr algn="ctr">
              <a:buNone/>
            </a:pPr>
            <a:endParaRPr lang="en-IN" sz="2000" dirty="0">
              <a:latin typeface="Times New Roman" pitchFamily="18" charset="0"/>
              <a:cs typeface="Times New Roman" pitchFamily="18" charset="0"/>
            </a:endParaRPr>
          </a:p>
          <a:p>
            <a:pPr algn="ctr">
              <a:buNone/>
            </a:pPr>
            <a:endParaRPr lang="en-IN" sz="2000" dirty="0">
              <a:latin typeface="Times New Roman" pitchFamily="18" charset="0"/>
              <a:cs typeface="Times New Roman" pitchFamily="18" charset="0"/>
            </a:endParaRPr>
          </a:p>
          <a:p>
            <a:pPr algn="ctr">
              <a:buNone/>
            </a:pPr>
            <a:endParaRPr lang="en-IN" sz="2000" dirty="0">
              <a:latin typeface="Times New Roman" pitchFamily="18" charset="0"/>
              <a:cs typeface="Times New Roman" pitchFamily="18" charset="0"/>
            </a:endParaRP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9</a:t>
            </a:fld>
            <a:endParaRPr lang="en-US" dirty="0">
              <a:latin typeface="Times New Roman" pitchFamily="18" charset="0"/>
              <a:cs typeface="Times New Roman" pitchFamily="18" charset="0"/>
            </a:endParaRPr>
          </a:p>
        </p:txBody>
      </p:sp>
      <p:sp>
        <p:nvSpPr>
          <p:cNvPr id="6" name="Rectangle: Beveled 5">
            <a:extLst>
              <a:ext uri="{FF2B5EF4-FFF2-40B4-BE49-F238E27FC236}">
                <a16:creationId xmlns:a16="http://schemas.microsoft.com/office/drawing/2014/main" id="{29AB6B93-F3B4-41BF-965E-D1A9F08660C0}"/>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4216387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741" y="16496"/>
            <a:ext cx="7802880" cy="685800"/>
          </a:xfrm>
        </p:spPr>
        <p:txBody>
          <a:bodyPr>
            <a:noAutofit/>
          </a:bodyPr>
          <a:lstStyle/>
          <a:p>
            <a:pPr algn="ctr"/>
            <a:r>
              <a:rPr lang="en-IN" sz="2900" b="1" dirty="0">
                <a:solidFill>
                  <a:srgbClr val="0070C0"/>
                </a:solidFill>
                <a:effectLst/>
                <a:latin typeface="Times New Roman" pitchFamily="18" charset="0"/>
                <a:cs typeface="Times New Roman" pitchFamily="18" charset="0"/>
              </a:rPr>
              <a:t>History of Java</a:t>
            </a:r>
            <a:endParaRPr lang="en-US" sz="2900" b="1" dirty="0">
              <a:solidFill>
                <a:srgbClr val="0070C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990600" y="895350"/>
            <a:ext cx="7924800" cy="3886200"/>
          </a:xfrm>
        </p:spPr>
        <p:txBody>
          <a:bodyPr>
            <a:normAutofit/>
          </a:bodyPr>
          <a:lstStyle/>
          <a:p>
            <a:pPr algn="just">
              <a:buFont typeface="Wingdings" panose="05000000000000000000" pitchFamily="2" charset="2"/>
              <a:buChar char="q"/>
            </a:pPr>
            <a:r>
              <a:rPr lang="en-US" sz="2400" dirty="0">
                <a:latin typeface="Times New Roman" pitchFamily="18" charset="0"/>
                <a:cs typeface="Times New Roman" pitchFamily="18" charset="0"/>
              </a:rPr>
              <a:t>James Gosling, Mike Sheridan, and Patrick Naughton initiated the Java language project in June 1991. The small team of sun engineers called Green Team.</a:t>
            </a:r>
          </a:p>
          <a:p>
            <a:pPr algn="just">
              <a:buFont typeface="Wingdings" panose="05000000000000000000" pitchFamily="2" charset="2"/>
              <a:buChar char="q"/>
            </a:pPr>
            <a:r>
              <a:rPr lang="en-US" sz="2400" dirty="0">
                <a:latin typeface="Times New Roman" pitchFamily="18" charset="0"/>
                <a:cs typeface="Times New Roman" pitchFamily="18" charset="0"/>
              </a:rPr>
              <a:t>Firstly, it was called "</a:t>
            </a:r>
            <a:r>
              <a:rPr lang="en-US" sz="2400" dirty="0" err="1">
                <a:latin typeface="Times New Roman" pitchFamily="18" charset="0"/>
                <a:cs typeface="Times New Roman" pitchFamily="18" charset="0"/>
              </a:rPr>
              <a:t>Greentalk</a:t>
            </a:r>
            <a:r>
              <a:rPr lang="en-US" sz="2400" dirty="0">
                <a:latin typeface="Times New Roman" pitchFamily="18" charset="0"/>
                <a:cs typeface="Times New Roman" pitchFamily="18" charset="0"/>
              </a:rPr>
              <a:t>" by James Gosling and file extension was .</a:t>
            </a:r>
            <a:r>
              <a:rPr lang="en-US" sz="2400" dirty="0" err="1">
                <a:latin typeface="Times New Roman" pitchFamily="18" charset="0"/>
                <a:cs typeface="Times New Roman" pitchFamily="18" charset="0"/>
              </a:rPr>
              <a:t>gt.</a:t>
            </a:r>
            <a:endParaRPr lang="en-US" sz="2400" dirty="0">
              <a:latin typeface="Times New Roman" pitchFamily="18" charset="0"/>
              <a:cs typeface="Times New Roman" pitchFamily="18" charset="0"/>
            </a:endParaRPr>
          </a:p>
          <a:p>
            <a:pPr algn="just">
              <a:buFont typeface="Wingdings" panose="05000000000000000000" pitchFamily="2" charset="2"/>
              <a:buChar char="q"/>
            </a:pPr>
            <a:r>
              <a:rPr lang="en-US" sz="2400" dirty="0">
                <a:latin typeface="Times New Roman" pitchFamily="18" charset="0"/>
                <a:cs typeface="Times New Roman" pitchFamily="18" charset="0"/>
              </a:rPr>
              <a:t>After that, it was called Oak and developed as a part of the Green project.</a:t>
            </a:r>
          </a:p>
          <a:p>
            <a:pPr algn="just">
              <a:buFont typeface="Wingdings" panose="05000000000000000000" pitchFamily="2" charset="2"/>
              <a:buChar char="q"/>
            </a:pPr>
            <a:r>
              <a:rPr lang="en-US" sz="2400" dirty="0">
                <a:latin typeface="Times New Roman" pitchFamily="18" charset="0"/>
                <a:cs typeface="Times New Roman" pitchFamily="18" charset="0"/>
              </a:rPr>
              <a:t>In 1995, Oak was renamed as "Java“.</a:t>
            </a:r>
          </a:p>
          <a:p>
            <a:pPr algn="just">
              <a:buFont typeface="Wingdings" panose="05000000000000000000" pitchFamily="2" charset="2"/>
              <a:buChar char="q"/>
            </a:pPr>
            <a:r>
              <a:rPr lang="en-US" sz="2400" dirty="0">
                <a:latin typeface="Times New Roman" pitchFamily="18" charset="0"/>
                <a:cs typeface="Times New Roman" pitchFamily="18" charset="0"/>
              </a:rPr>
              <a:t>JDK 1.0 released in 23 Jan 1996.</a:t>
            </a:r>
            <a:endParaRPr lang="en-IN" sz="2400" dirty="0">
              <a:latin typeface="Times New Roman" panose="02020603050405020304" pitchFamily="18" charset="0"/>
              <a:cs typeface="Times New Roman" pitchFamily="18" charset="0"/>
            </a:endParaRPr>
          </a:p>
          <a:p>
            <a:pPr algn="ctr">
              <a:buNone/>
            </a:pPr>
            <a:endParaRPr lang="en-IN" sz="2000" dirty="0">
              <a:latin typeface="Times New Roman" pitchFamily="18" charset="0"/>
              <a:cs typeface="Times New Roman" pitchFamily="18" charset="0"/>
            </a:endParaRP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10</a:t>
            </a:fld>
            <a:endParaRPr lang="en-US" dirty="0">
              <a:latin typeface="Times New Roman" pitchFamily="18" charset="0"/>
              <a:cs typeface="Times New Roman" pitchFamily="18" charset="0"/>
            </a:endParaRPr>
          </a:p>
        </p:txBody>
      </p:sp>
      <p:sp>
        <p:nvSpPr>
          <p:cNvPr id="7" name="Rectangle: Beveled 6">
            <a:extLst>
              <a:ext uri="{FF2B5EF4-FFF2-40B4-BE49-F238E27FC236}">
                <a16:creationId xmlns:a16="http://schemas.microsoft.com/office/drawing/2014/main" id="{3848F650-A392-445A-9BB9-C490493452D5}"/>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726680" cy="689372"/>
          </a:xfrm>
        </p:spPr>
        <p:txBody>
          <a:bodyPr>
            <a:normAutofit/>
          </a:bodyPr>
          <a:lstStyle/>
          <a:p>
            <a:pPr algn="ctr"/>
            <a:r>
              <a:rPr lang="en-US" sz="3000" b="1" dirty="0">
                <a:solidFill>
                  <a:srgbClr val="0070C0"/>
                </a:solidFill>
                <a:effectLst/>
                <a:latin typeface="Times New Roman" pitchFamily="18" charset="0"/>
                <a:cs typeface="Times New Roman" pitchFamily="18" charset="0"/>
              </a:rPr>
              <a:t>Features of Java</a:t>
            </a:r>
          </a:p>
        </p:txBody>
      </p:sp>
      <p:sp>
        <p:nvSpPr>
          <p:cNvPr id="3" name="Content Placeholder 2"/>
          <p:cNvSpPr>
            <a:spLocks noGrp="1"/>
          </p:cNvSpPr>
          <p:nvPr>
            <p:ph idx="1"/>
          </p:nvPr>
        </p:nvSpPr>
        <p:spPr>
          <a:xfrm>
            <a:off x="990600" y="819150"/>
            <a:ext cx="7924800" cy="3962400"/>
          </a:xfrm>
        </p:spPr>
        <p:txBody>
          <a:bodyPr>
            <a:normAutofit/>
          </a:bodyPr>
          <a:lstStyle/>
          <a:p>
            <a:pPr marL="365760" lvl="1" indent="-283464" algn="just">
              <a:spcBef>
                <a:spcPts val="600"/>
              </a:spcBef>
              <a:buSzPct val="80000"/>
              <a:buFont typeface="Wingdings" pitchFamily="2" charset="2"/>
              <a:buChar char="q"/>
            </a:pPr>
            <a:r>
              <a:rPr lang="en-US" sz="2400" dirty="0">
                <a:latin typeface="Times New Roman" pitchFamily="18" charset="0"/>
                <a:cs typeface="Times New Roman" pitchFamily="18" charset="0"/>
              </a:rPr>
              <a:t>There are many features of Java:</a:t>
            </a:r>
          </a:p>
          <a:p>
            <a:pPr marL="672084" lvl="2" indent="-342900" algn="just">
              <a:spcBef>
                <a:spcPts val="600"/>
              </a:spcBef>
              <a:buClr>
                <a:srgbClr val="0070C0"/>
              </a:buClr>
              <a:buSzPct val="80000"/>
              <a:buFont typeface="Wingdings" panose="05000000000000000000" pitchFamily="2" charset="2"/>
              <a:buChar char="v"/>
            </a:pPr>
            <a:r>
              <a:rPr lang="en-US" sz="2000" dirty="0">
                <a:latin typeface="Times New Roman" pitchFamily="18" charset="0"/>
                <a:cs typeface="Times New Roman" pitchFamily="18" charset="0"/>
              </a:rPr>
              <a:t>Object-oriented</a:t>
            </a:r>
          </a:p>
          <a:p>
            <a:pPr marL="672084" lvl="2" indent="-342900" algn="just">
              <a:spcBef>
                <a:spcPts val="600"/>
              </a:spcBef>
              <a:buClr>
                <a:srgbClr val="0070C0"/>
              </a:buClr>
              <a:buSzPct val="80000"/>
              <a:buFont typeface="Wingdings" panose="05000000000000000000" pitchFamily="2" charset="2"/>
              <a:buChar char="v"/>
            </a:pPr>
            <a:r>
              <a:rPr lang="en-US" sz="2000" dirty="0">
                <a:latin typeface="Times New Roman" pitchFamily="18" charset="0"/>
                <a:cs typeface="Times New Roman" pitchFamily="18" charset="0"/>
              </a:rPr>
              <a:t>Platform independent</a:t>
            </a:r>
          </a:p>
          <a:p>
            <a:pPr marL="672084" lvl="2" indent="-342900" algn="just">
              <a:spcBef>
                <a:spcPts val="600"/>
              </a:spcBef>
              <a:buClr>
                <a:srgbClr val="0070C0"/>
              </a:buClr>
              <a:buSzPct val="80000"/>
              <a:buFont typeface="Wingdings" panose="05000000000000000000" pitchFamily="2" charset="2"/>
              <a:buChar char="v"/>
            </a:pPr>
            <a:r>
              <a:rPr lang="en-US" sz="2000" dirty="0">
                <a:latin typeface="Times New Roman" pitchFamily="18" charset="0"/>
                <a:cs typeface="Times New Roman" pitchFamily="18" charset="0"/>
              </a:rPr>
              <a:t>Secure</a:t>
            </a:r>
          </a:p>
          <a:p>
            <a:pPr marL="672084" lvl="2" indent="-342900" algn="just">
              <a:spcBef>
                <a:spcPts val="600"/>
              </a:spcBef>
              <a:buClr>
                <a:srgbClr val="0070C0"/>
              </a:buClr>
              <a:buSzPct val="80000"/>
              <a:buFont typeface="Wingdings" panose="05000000000000000000" pitchFamily="2" charset="2"/>
              <a:buChar char="v"/>
            </a:pPr>
            <a:r>
              <a:rPr lang="en-US" sz="2000" dirty="0">
                <a:latin typeface="Times New Roman" pitchFamily="18" charset="0"/>
                <a:cs typeface="Times New Roman" pitchFamily="18" charset="0"/>
              </a:rPr>
              <a:t>Robust</a:t>
            </a:r>
          </a:p>
          <a:p>
            <a:pPr marL="672084" lvl="2" indent="-342900" algn="just">
              <a:spcBef>
                <a:spcPts val="600"/>
              </a:spcBef>
              <a:buClr>
                <a:srgbClr val="0070C0"/>
              </a:buClr>
              <a:buSzPct val="80000"/>
              <a:buFont typeface="Wingdings" panose="05000000000000000000" pitchFamily="2" charset="2"/>
              <a:buChar char="v"/>
            </a:pPr>
            <a:r>
              <a:rPr lang="en-US" sz="2000" dirty="0">
                <a:latin typeface="Times New Roman" pitchFamily="18" charset="0"/>
                <a:cs typeface="Times New Roman" pitchFamily="18" charset="0"/>
              </a:rPr>
              <a:t>Portable</a:t>
            </a:r>
          </a:p>
          <a:p>
            <a:pPr marL="672084" lvl="2" indent="-342900" algn="just">
              <a:spcBef>
                <a:spcPts val="600"/>
              </a:spcBef>
              <a:buClr>
                <a:srgbClr val="0070C0"/>
              </a:buClr>
              <a:buSzPct val="80000"/>
              <a:buFont typeface="Wingdings" panose="05000000000000000000" pitchFamily="2" charset="2"/>
              <a:buChar char="v"/>
            </a:pPr>
            <a:r>
              <a:rPr lang="en-US" sz="2000" dirty="0">
                <a:latin typeface="Times New Roman" pitchFamily="18" charset="0"/>
                <a:cs typeface="Times New Roman" pitchFamily="18" charset="0"/>
              </a:rPr>
              <a:t>Dynamic</a:t>
            </a:r>
          </a:p>
          <a:p>
            <a:pPr marL="672084" lvl="2" indent="-342900" algn="just">
              <a:spcBef>
                <a:spcPts val="600"/>
              </a:spcBef>
              <a:buClr>
                <a:srgbClr val="0070C0"/>
              </a:buClr>
              <a:buSzPct val="80000"/>
              <a:buFont typeface="Wingdings" panose="05000000000000000000" pitchFamily="2" charset="2"/>
              <a:buChar char="v"/>
            </a:pPr>
            <a:r>
              <a:rPr lang="en-US" sz="2000" dirty="0">
                <a:latin typeface="Times New Roman" pitchFamily="18" charset="0"/>
                <a:cs typeface="Times New Roman" pitchFamily="18" charset="0"/>
              </a:rPr>
              <a:t>High performance</a:t>
            </a:r>
          </a:p>
          <a:p>
            <a:pPr marL="672084" lvl="2" indent="-342900" algn="just">
              <a:spcBef>
                <a:spcPts val="600"/>
              </a:spcBef>
              <a:buClr>
                <a:srgbClr val="0070C0"/>
              </a:buClr>
              <a:buSzPct val="80000"/>
              <a:buFont typeface="Wingdings" panose="05000000000000000000" pitchFamily="2" charset="2"/>
              <a:buChar char="v"/>
            </a:pPr>
            <a:r>
              <a:rPr lang="en-US" sz="2000" dirty="0">
                <a:latin typeface="Times New Roman" pitchFamily="18" charset="0"/>
                <a:cs typeface="Times New Roman" pitchFamily="18" charset="0"/>
              </a:rPr>
              <a:t>Multithread</a:t>
            </a:r>
          </a:p>
          <a:p>
            <a:pPr marL="672084" lvl="2" indent="-342900" algn="just">
              <a:spcBef>
                <a:spcPts val="600"/>
              </a:spcBef>
              <a:buClr>
                <a:srgbClr val="0070C0"/>
              </a:buClr>
              <a:buSzPct val="80000"/>
              <a:buFont typeface="Wingdings" panose="05000000000000000000" pitchFamily="2" charset="2"/>
              <a:buChar char="v"/>
            </a:pPr>
            <a:r>
              <a:rPr lang="en-US" sz="2000" dirty="0">
                <a:latin typeface="Times New Roman" pitchFamily="18" charset="0"/>
                <a:cs typeface="Times New Roman" pitchFamily="18" charset="0"/>
              </a:rPr>
              <a:t>Distribute </a:t>
            </a: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11</a:t>
            </a:fld>
            <a:endParaRPr lang="en-US" dirty="0">
              <a:latin typeface="Times New Roman" pitchFamily="18" charset="0"/>
              <a:cs typeface="Times New Roman" pitchFamily="18" charset="0"/>
            </a:endParaRPr>
          </a:p>
        </p:txBody>
      </p:sp>
      <p:sp>
        <p:nvSpPr>
          <p:cNvPr id="6" name="Rectangle: Beveled 5">
            <a:extLst>
              <a:ext uri="{FF2B5EF4-FFF2-40B4-BE49-F238E27FC236}">
                <a16:creationId xmlns:a16="http://schemas.microsoft.com/office/drawing/2014/main" id="{2E12A363-2B43-4751-BA57-5F62E0EFC67B}"/>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726680" cy="689372"/>
          </a:xfrm>
        </p:spPr>
        <p:txBody>
          <a:bodyPr>
            <a:normAutofit/>
          </a:bodyPr>
          <a:lstStyle/>
          <a:p>
            <a:pPr algn="ctr"/>
            <a:r>
              <a:rPr lang="en-US" sz="3000" b="1" dirty="0">
                <a:solidFill>
                  <a:srgbClr val="0070C0"/>
                </a:solidFill>
                <a:effectLst/>
                <a:latin typeface="Times New Roman" pitchFamily="18" charset="0"/>
                <a:cs typeface="Times New Roman" pitchFamily="18" charset="0"/>
              </a:rPr>
              <a:t>Simple Java Program </a:t>
            </a:r>
          </a:p>
        </p:txBody>
      </p:sp>
      <p:sp>
        <p:nvSpPr>
          <p:cNvPr id="3" name="Content Placeholder 2"/>
          <p:cNvSpPr>
            <a:spLocks noGrp="1"/>
          </p:cNvSpPr>
          <p:nvPr>
            <p:ph idx="1"/>
          </p:nvPr>
        </p:nvSpPr>
        <p:spPr>
          <a:xfrm>
            <a:off x="990600" y="819150"/>
            <a:ext cx="7924800" cy="3962400"/>
          </a:xfrm>
        </p:spPr>
        <p:txBody>
          <a:bodyPr>
            <a:normAutofit/>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To create a simple java program, you need to create a class that contains main method.</a:t>
            </a:r>
          </a:p>
          <a:p>
            <a:pPr marL="82296" indent="0">
              <a:buNone/>
            </a:pPr>
            <a:r>
              <a:rPr lang="en-IN" sz="2400" dirty="0">
                <a:latin typeface="Times New Roman" panose="02020603050405020304" pitchFamily="18" charset="0"/>
                <a:cs typeface="Times New Roman" panose="02020603050405020304" pitchFamily="18" charset="0"/>
              </a:rPr>
              <a:t>   class Hello</a:t>
            </a:r>
          </a:p>
          <a:p>
            <a:pPr marL="82296" indent="0">
              <a:buNone/>
            </a:pPr>
            <a:r>
              <a:rPr lang="en-IN" sz="2400" dirty="0">
                <a:latin typeface="Times New Roman" panose="02020603050405020304" pitchFamily="18" charset="0"/>
                <a:cs typeface="Times New Roman" panose="02020603050405020304" pitchFamily="18" charset="0"/>
              </a:rPr>
              <a:t>   {</a:t>
            </a:r>
          </a:p>
          <a:p>
            <a:pPr marL="82296" indent="0">
              <a:buNone/>
            </a:pPr>
            <a:r>
              <a:rPr lang="en-US" sz="2400" dirty="0">
                <a:latin typeface="Times New Roman" panose="02020603050405020304" pitchFamily="18" charset="0"/>
                <a:cs typeface="Times New Roman" panose="02020603050405020304" pitchFamily="18" charset="0"/>
              </a:rPr>
              <a:t>      public static void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a:t>
            </a:r>
          </a:p>
          <a:p>
            <a:pPr marL="82296" indent="0">
              <a:buNone/>
            </a:pPr>
            <a:r>
              <a:rPr lang="en-US" sz="2400" dirty="0">
                <a:latin typeface="Times New Roman" panose="02020603050405020304" pitchFamily="18" charset="0"/>
                <a:cs typeface="Times New Roman" panose="02020603050405020304" pitchFamily="18" charset="0"/>
              </a:rPr>
              <a:t>      {</a:t>
            </a:r>
          </a:p>
          <a:p>
            <a:pPr marL="82296"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System.out.println</a:t>
            </a:r>
            <a:r>
              <a:rPr lang="en-IN" sz="2400" dirty="0">
                <a:latin typeface="Times New Roman" panose="02020603050405020304" pitchFamily="18" charset="0"/>
                <a:cs typeface="Times New Roman" panose="02020603050405020304" pitchFamily="18" charset="0"/>
              </a:rPr>
              <a:t>(“Hello World”);</a:t>
            </a:r>
          </a:p>
          <a:p>
            <a:pPr marL="82296" indent="0">
              <a:buNone/>
            </a:pPr>
            <a:r>
              <a:rPr lang="en-IN" sz="2400" dirty="0">
                <a:latin typeface="Times New Roman" panose="02020603050405020304" pitchFamily="18" charset="0"/>
                <a:cs typeface="Times New Roman" panose="02020603050405020304" pitchFamily="18" charset="0"/>
              </a:rPr>
              <a:t>      }</a:t>
            </a:r>
          </a:p>
          <a:p>
            <a:pPr marL="82296" indent="0">
              <a:buNone/>
            </a:pPr>
            <a:r>
              <a:rPr lang="en-I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itchFamily="18" charset="0"/>
            </a:endParaRP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12</a:t>
            </a:fld>
            <a:endParaRPr lang="en-US" dirty="0">
              <a:latin typeface="Times New Roman" pitchFamily="18" charset="0"/>
              <a:cs typeface="Times New Roman" pitchFamily="18" charset="0"/>
            </a:endParaRPr>
          </a:p>
        </p:txBody>
      </p:sp>
      <p:sp>
        <p:nvSpPr>
          <p:cNvPr id="6" name="Rectangle: Beveled 5">
            <a:extLst>
              <a:ext uri="{FF2B5EF4-FFF2-40B4-BE49-F238E27FC236}">
                <a16:creationId xmlns:a16="http://schemas.microsoft.com/office/drawing/2014/main" id="{EDBEB1F9-DB97-458D-BFCB-24D8A87E4319}"/>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726680" cy="689372"/>
          </a:xfrm>
        </p:spPr>
        <p:txBody>
          <a:bodyPr>
            <a:normAutofit/>
          </a:bodyPr>
          <a:lstStyle/>
          <a:p>
            <a:pPr algn="ctr"/>
            <a:r>
              <a:rPr lang="en-US" sz="3000" b="1" dirty="0">
                <a:solidFill>
                  <a:srgbClr val="0070C0"/>
                </a:solidFill>
                <a:effectLst/>
                <a:latin typeface="Times New Roman" pitchFamily="18" charset="0"/>
                <a:cs typeface="Times New Roman" pitchFamily="18" charset="0"/>
              </a:rPr>
              <a:t>Simple Java Program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19150"/>
            <a:ext cx="7924800" cy="3962400"/>
          </a:xfrm>
        </p:spPr>
        <p:txBody>
          <a:bodyPr>
            <a:normAutofit/>
          </a:bodyPr>
          <a:lstStyle/>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Save: </a:t>
            </a:r>
            <a:r>
              <a:rPr lang="en-US" sz="2400" dirty="0">
                <a:latin typeface="Times New Roman" panose="02020603050405020304" pitchFamily="18" charset="0"/>
                <a:cs typeface="Times New Roman" panose="02020603050405020304" pitchFamily="18" charset="0"/>
              </a:rPr>
              <a:t>Save as Hello.java</a:t>
            </a:r>
          </a:p>
          <a:p>
            <a:pPr>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To compile: </a:t>
            </a:r>
            <a:r>
              <a:rPr lang="en-IN" sz="2400" dirty="0" err="1">
                <a:latin typeface="Times New Roman" panose="02020603050405020304" pitchFamily="18" charset="0"/>
                <a:cs typeface="Times New Roman" panose="02020603050405020304" pitchFamily="18" charset="0"/>
              </a:rPr>
              <a:t>javac</a:t>
            </a:r>
            <a:r>
              <a:rPr lang="en-IN" sz="2400" dirty="0">
                <a:latin typeface="Times New Roman" panose="02020603050405020304" pitchFamily="18" charset="0"/>
                <a:cs typeface="Times New Roman" panose="02020603050405020304" pitchFamily="18" charset="0"/>
              </a:rPr>
              <a:t> Hello.java</a:t>
            </a:r>
          </a:p>
          <a:p>
            <a:pPr>
              <a:buFont typeface="Wingdings" panose="05000000000000000000" pitchFamily="2" charset="2"/>
              <a:buChar char="q"/>
            </a:pPr>
            <a:endParaRPr lang="en-IN" sz="24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To execute: </a:t>
            </a:r>
            <a:r>
              <a:rPr lang="en-IN" sz="2400" dirty="0">
                <a:latin typeface="Times New Roman" panose="02020603050405020304" pitchFamily="18" charset="0"/>
                <a:cs typeface="Times New Roman" panose="02020603050405020304" pitchFamily="18" charset="0"/>
              </a:rPr>
              <a:t>java Hello</a:t>
            </a:r>
          </a:p>
          <a:p>
            <a:pPr>
              <a:buFont typeface="Wingdings" panose="05000000000000000000" pitchFamily="2" charset="2"/>
              <a:buChar char="q"/>
            </a:pPr>
            <a:endParaRPr lang="en-IN" sz="24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Output: </a:t>
            </a:r>
            <a:r>
              <a:rPr lang="en-IN" sz="2400" dirty="0">
                <a:latin typeface="Times New Roman" panose="02020603050405020304" pitchFamily="18" charset="0"/>
                <a:cs typeface="Times New Roman" panose="02020603050405020304" pitchFamily="18" charset="0"/>
              </a:rPr>
              <a:t>Hello World</a:t>
            </a:r>
            <a:endParaRPr lang="en-US" sz="2400" dirty="0">
              <a:latin typeface="Times New Roman" panose="02020603050405020304" pitchFamily="18" charset="0"/>
              <a:cs typeface="Times New Roman" pitchFamily="18" charset="0"/>
            </a:endParaRP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13</a:t>
            </a:fld>
            <a:endParaRPr lang="en-US" dirty="0">
              <a:latin typeface="Times New Roman" pitchFamily="18" charset="0"/>
              <a:cs typeface="Times New Roman" pitchFamily="18" charset="0"/>
            </a:endParaRPr>
          </a:p>
        </p:txBody>
      </p:sp>
      <p:sp>
        <p:nvSpPr>
          <p:cNvPr id="6" name="Rectangle: Beveled 5">
            <a:extLst>
              <a:ext uri="{FF2B5EF4-FFF2-40B4-BE49-F238E27FC236}">
                <a16:creationId xmlns:a16="http://schemas.microsoft.com/office/drawing/2014/main" id="{EDBEB1F9-DB97-458D-BFCB-24D8A87E4319}"/>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3528808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726680" cy="689372"/>
          </a:xfrm>
        </p:spPr>
        <p:txBody>
          <a:bodyPr>
            <a:normAutofit/>
          </a:bodyPr>
          <a:lstStyle/>
          <a:p>
            <a:pPr algn="ctr"/>
            <a:r>
              <a:rPr lang="en-US" sz="3000" b="1" dirty="0">
                <a:solidFill>
                  <a:srgbClr val="0070C0"/>
                </a:solidFill>
                <a:effectLst/>
                <a:latin typeface="Times New Roman" pitchFamily="18" charset="0"/>
                <a:cs typeface="Times New Roman" pitchFamily="18" charset="0"/>
              </a:rPr>
              <a:t>Simple Java Program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689372"/>
            <a:ext cx="7924800" cy="4092178"/>
          </a:xfrm>
        </p:spPr>
        <p:txBody>
          <a:bodyPr>
            <a:noAutofit/>
          </a:bodyPr>
          <a:lstStyle/>
          <a:p>
            <a:pPr algn="just">
              <a:buFont typeface="Wingdings" panose="05000000000000000000" pitchFamily="2" charset="2"/>
              <a:buChar char="q"/>
            </a:pPr>
            <a:r>
              <a:rPr lang="en-GB" sz="1800" b="1" dirty="0">
                <a:latin typeface="Times New Roman" panose="02020603050405020304" pitchFamily="18" charset="0"/>
                <a:cs typeface="Times New Roman" panose="02020603050405020304" pitchFamily="18" charset="0"/>
              </a:rPr>
              <a:t>class</a:t>
            </a:r>
            <a:r>
              <a:rPr lang="en-GB" sz="1800" dirty="0">
                <a:latin typeface="Times New Roman" panose="02020603050405020304" pitchFamily="18" charset="0"/>
                <a:cs typeface="Times New Roman" panose="02020603050405020304" pitchFamily="18" charset="0"/>
              </a:rPr>
              <a:t> keyword is used to declare a class.</a:t>
            </a:r>
          </a:p>
          <a:p>
            <a:pPr algn="just">
              <a:buFont typeface="Wingdings" panose="05000000000000000000" pitchFamily="2" charset="2"/>
              <a:buChar char="q"/>
            </a:pPr>
            <a:r>
              <a:rPr lang="en-GB" sz="1800" b="1" dirty="0">
                <a:latin typeface="Times New Roman" panose="02020603050405020304" pitchFamily="18" charset="0"/>
                <a:cs typeface="Times New Roman" panose="02020603050405020304" pitchFamily="18" charset="0"/>
              </a:rPr>
              <a:t>public</a:t>
            </a:r>
            <a:r>
              <a:rPr lang="en-GB" sz="1800" dirty="0">
                <a:latin typeface="Times New Roman" panose="02020603050405020304" pitchFamily="18" charset="0"/>
                <a:cs typeface="Times New Roman" panose="02020603050405020304" pitchFamily="18" charset="0"/>
              </a:rPr>
              <a:t> keyword is an access modifier, which represents visibility. It means it is visible to all.</a:t>
            </a:r>
          </a:p>
          <a:p>
            <a:pPr algn="just">
              <a:buFont typeface="Wingdings" panose="05000000000000000000" pitchFamily="2" charset="2"/>
              <a:buChar char="q"/>
            </a:pPr>
            <a:r>
              <a:rPr lang="en-GB" sz="1800" b="1" dirty="0">
                <a:latin typeface="Times New Roman" panose="02020603050405020304" pitchFamily="18" charset="0"/>
                <a:cs typeface="Times New Roman" panose="02020603050405020304" pitchFamily="18" charset="0"/>
              </a:rPr>
              <a:t>static</a:t>
            </a:r>
            <a:r>
              <a:rPr lang="en-GB" sz="1800" dirty="0">
                <a:latin typeface="Times New Roman" panose="02020603050405020304" pitchFamily="18" charset="0"/>
                <a:cs typeface="Times New Roman" panose="02020603050405020304" pitchFamily="18" charset="0"/>
              </a:rPr>
              <a:t> is a keyword. If we declare any method as static, it is known as the static method. The core advantage of the static method is that there is no need to create an object to invoke the static method. The main method is executed by the JVM, so it doesn't require to create an object to invoke the main method. Thus, it saves memory.</a:t>
            </a:r>
          </a:p>
          <a:p>
            <a:pPr algn="just">
              <a:buFont typeface="Wingdings" panose="05000000000000000000" pitchFamily="2" charset="2"/>
              <a:buChar char="q"/>
            </a:pPr>
            <a:r>
              <a:rPr lang="en-GB" sz="1800" b="1" dirty="0">
                <a:latin typeface="Times New Roman" panose="02020603050405020304" pitchFamily="18" charset="0"/>
                <a:cs typeface="Times New Roman" panose="02020603050405020304" pitchFamily="18" charset="0"/>
              </a:rPr>
              <a:t>void</a:t>
            </a:r>
            <a:r>
              <a:rPr lang="en-GB" sz="1800" dirty="0">
                <a:latin typeface="Times New Roman" panose="02020603050405020304" pitchFamily="18" charset="0"/>
                <a:cs typeface="Times New Roman" panose="02020603050405020304" pitchFamily="18" charset="0"/>
              </a:rPr>
              <a:t> is the return type of the method. It means it doesn't return any value.</a:t>
            </a:r>
          </a:p>
          <a:p>
            <a:pPr algn="just">
              <a:buFont typeface="Wingdings" panose="05000000000000000000" pitchFamily="2" charset="2"/>
              <a:buChar char="q"/>
            </a:pPr>
            <a:r>
              <a:rPr lang="en-GB" sz="1800" b="1" dirty="0">
                <a:latin typeface="Times New Roman" panose="02020603050405020304" pitchFamily="18" charset="0"/>
                <a:cs typeface="Times New Roman" panose="02020603050405020304" pitchFamily="18" charset="0"/>
              </a:rPr>
              <a:t>main</a:t>
            </a:r>
            <a:r>
              <a:rPr lang="en-GB" sz="1800" dirty="0">
                <a:latin typeface="Times New Roman" panose="02020603050405020304" pitchFamily="18" charset="0"/>
                <a:cs typeface="Times New Roman" panose="02020603050405020304" pitchFamily="18" charset="0"/>
              </a:rPr>
              <a:t> represents the starting point of the program.</a:t>
            </a:r>
          </a:p>
          <a:p>
            <a:pPr algn="just">
              <a:buFont typeface="Wingdings" panose="05000000000000000000" pitchFamily="2" charset="2"/>
              <a:buChar char="q"/>
            </a:pPr>
            <a:r>
              <a:rPr lang="en-GB" sz="1800" b="1" dirty="0">
                <a:latin typeface="Times New Roman" panose="02020603050405020304" pitchFamily="18" charset="0"/>
                <a:cs typeface="Times New Roman" panose="02020603050405020304" pitchFamily="18" charset="0"/>
              </a:rPr>
              <a:t>String </a:t>
            </a:r>
            <a:r>
              <a:rPr lang="en-GB" sz="1800" b="1" dirty="0" err="1">
                <a:latin typeface="Times New Roman" panose="02020603050405020304" pitchFamily="18" charset="0"/>
                <a:cs typeface="Times New Roman" panose="02020603050405020304" pitchFamily="18" charset="0"/>
              </a:rPr>
              <a:t>args</a:t>
            </a:r>
            <a:r>
              <a:rPr lang="en-GB" sz="1800" b="1"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 is an array of strings which stores arguments passed by command line while starting a program.</a:t>
            </a:r>
          </a:p>
          <a:p>
            <a:pPr algn="just">
              <a:buFont typeface="Wingdings" panose="05000000000000000000" pitchFamily="2" charset="2"/>
              <a:buChar char="q"/>
            </a:pPr>
            <a:r>
              <a:rPr lang="en-GB" sz="1800" b="1" dirty="0" err="1">
                <a:latin typeface="Times New Roman" panose="02020603050405020304" pitchFamily="18" charset="0"/>
                <a:cs typeface="Times New Roman" panose="02020603050405020304" pitchFamily="18" charset="0"/>
              </a:rPr>
              <a:t>System.out.println</a:t>
            </a:r>
            <a:r>
              <a:rPr lang="en-GB" sz="1800" b="1" dirty="0">
                <a:latin typeface="Times New Roman" panose="02020603050405020304" pitchFamily="18" charset="0"/>
                <a:cs typeface="Times New Roman" panose="02020603050405020304" pitchFamily="18" charset="0"/>
              </a:rPr>
              <a:t>()</a:t>
            </a:r>
            <a:r>
              <a:rPr lang="en-GB" sz="1800" dirty="0">
                <a:latin typeface="Times New Roman" panose="02020603050405020304" pitchFamily="18" charset="0"/>
                <a:cs typeface="Times New Roman" panose="02020603050405020304" pitchFamily="18" charset="0"/>
              </a:rPr>
              <a:t> is used to print statement. Here, System is a class, out is the object of </a:t>
            </a:r>
            <a:r>
              <a:rPr lang="en-GB" sz="1800" dirty="0" err="1">
                <a:latin typeface="Times New Roman" panose="02020603050405020304" pitchFamily="18" charset="0"/>
                <a:cs typeface="Times New Roman" panose="02020603050405020304" pitchFamily="18" charset="0"/>
              </a:rPr>
              <a:t>PrintStream</a:t>
            </a:r>
            <a:r>
              <a:rPr lang="en-GB" sz="1800" dirty="0">
                <a:latin typeface="Times New Roman" panose="02020603050405020304" pitchFamily="18" charset="0"/>
                <a:cs typeface="Times New Roman" panose="02020603050405020304" pitchFamily="18" charset="0"/>
              </a:rPr>
              <a:t> class, </a:t>
            </a:r>
            <a:r>
              <a:rPr lang="en-GB" sz="1800" dirty="0" err="1">
                <a:latin typeface="Times New Roman" panose="02020603050405020304" pitchFamily="18" charset="0"/>
                <a:cs typeface="Times New Roman" panose="02020603050405020304" pitchFamily="18" charset="0"/>
              </a:rPr>
              <a:t>println</a:t>
            </a:r>
            <a:r>
              <a:rPr lang="en-GB" sz="1800" dirty="0">
                <a:latin typeface="Times New Roman" panose="02020603050405020304" pitchFamily="18" charset="0"/>
                <a:cs typeface="Times New Roman" panose="02020603050405020304" pitchFamily="18" charset="0"/>
              </a:rPr>
              <a:t>() is the method of </a:t>
            </a:r>
            <a:r>
              <a:rPr lang="en-GB" sz="1800" dirty="0" err="1">
                <a:latin typeface="Times New Roman" panose="02020603050405020304" pitchFamily="18" charset="0"/>
                <a:cs typeface="Times New Roman" panose="02020603050405020304" pitchFamily="18" charset="0"/>
              </a:rPr>
              <a:t>PrintStream</a:t>
            </a:r>
            <a:r>
              <a:rPr lang="en-GB" sz="1800" dirty="0">
                <a:latin typeface="Times New Roman" panose="02020603050405020304" pitchFamily="18" charset="0"/>
                <a:cs typeface="Times New Roman" panose="02020603050405020304" pitchFamily="18" charset="0"/>
              </a:rPr>
              <a:t> class. </a:t>
            </a: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14</a:t>
            </a:fld>
            <a:endParaRPr lang="en-US" dirty="0">
              <a:latin typeface="Times New Roman" pitchFamily="18" charset="0"/>
              <a:cs typeface="Times New Roman" pitchFamily="18" charset="0"/>
            </a:endParaRPr>
          </a:p>
        </p:txBody>
      </p:sp>
      <p:sp>
        <p:nvSpPr>
          <p:cNvPr id="6" name="Rectangle: Beveled 5">
            <a:extLst>
              <a:ext uri="{FF2B5EF4-FFF2-40B4-BE49-F238E27FC236}">
                <a16:creationId xmlns:a16="http://schemas.microsoft.com/office/drawing/2014/main" id="{EDBEB1F9-DB97-458D-BFCB-24D8A87E4319}"/>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4086324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726680" cy="689372"/>
          </a:xfrm>
        </p:spPr>
        <p:txBody>
          <a:bodyPr>
            <a:normAutofit/>
          </a:bodyPr>
          <a:lstStyle/>
          <a:p>
            <a:pPr algn="ctr"/>
            <a:r>
              <a:rPr lang="en-US" sz="3000" b="1" dirty="0">
                <a:solidFill>
                  <a:srgbClr val="0070C0"/>
                </a:solidFill>
                <a:effectLst/>
                <a:latin typeface="Times New Roman" pitchFamily="18" charset="0"/>
                <a:cs typeface="Times New Roman" pitchFamily="18" charset="0"/>
              </a:rPr>
              <a:t>Simple Java Program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1047750"/>
            <a:ext cx="7924800" cy="3733800"/>
          </a:xfrm>
        </p:spPr>
        <p:txBody>
          <a:bodyPr>
            <a:noAutofit/>
          </a:bodyPr>
          <a:lstStyle/>
          <a:p>
            <a:pPr>
              <a:buFont typeface="Wingdings" panose="05000000000000000000" pitchFamily="2" charset="2"/>
              <a:buChar char="q"/>
            </a:pPr>
            <a:r>
              <a:rPr lang="en-GB" sz="2400" dirty="0">
                <a:latin typeface="Times New Roman" panose="02020603050405020304" pitchFamily="18" charset="0"/>
                <a:cs typeface="Times New Roman" panose="02020603050405020304" pitchFamily="18" charset="0"/>
              </a:rPr>
              <a:t>The subscript notation in Java array can be used after type, before the variable or after the variable.</a:t>
            </a:r>
          </a:p>
          <a:p>
            <a:pPr>
              <a:buFont typeface="Wingdings" panose="05000000000000000000" pitchFamily="2" charset="2"/>
              <a:buChar char="q"/>
            </a:pPr>
            <a:endParaRPr lang="en-GB"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public static void main(String[] </a:t>
            </a:r>
            <a:r>
              <a:rPr lang="en-GB" sz="2000" dirty="0" err="1">
                <a:latin typeface="Times New Roman" panose="02020603050405020304" pitchFamily="18" charset="0"/>
                <a:cs typeface="Times New Roman" panose="02020603050405020304" pitchFamily="18" charset="0"/>
              </a:rPr>
              <a:t>args</a:t>
            </a:r>
            <a:r>
              <a:rPr lang="en-GB" sz="20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v"/>
            </a:pPr>
            <a:endParaRPr lang="en-GB"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public static void main(String []</a:t>
            </a:r>
            <a:r>
              <a:rPr lang="en-GB" sz="2000" dirty="0" err="1">
                <a:latin typeface="Times New Roman" panose="02020603050405020304" pitchFamily="18" charset="0"/>
                <a:cs typeface="Times New Roman" panose="02020603050405020304" pitchFamily="18" charset="0"/>
              </a:rPr>
              <a:t>args</a:t>
            </a:r>
            <a:r>
              <a:rPr lang="en-GB" sz="20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v"/>
            </a:pPr>
            <a:endParaRPr lang="en-GB"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public static void main(String </a:t>
            </a:r>
            <a:r>
              <a:rPr lang="en-GB" sz="2000" dirty="0" err="1">
                <a:latin typeface="Times New Roman" panose="02020603050405020304" pitchFamily="18" charset="0"/>
                <a:cs typeface="Times New Roman" panose="02020603050405020304" pitchFamily="18" charset="0"/>
              </a:rPr>
              <a:t>args</a:t>
            </a:r>
            <a:r>
              <a:rPr lang="en-GB" sz="2000" dirty="0">
                <a:latin typeface="Times New Roman" panose="02020603050405020304" pitchFamily="18" charset="0"/>
                <a:cs typeface="Times New Roman" panose="02020603050405020304" pitchFamily="18" charset="0"/>
              </a:rPr>
              <a:t>[]) </a:t>
            </a: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15</a:t>
            </a:fld>
            <a:endParaRPr lang="en-US" dirty="0">
              <a:latin typeface="Times New Roman" pitchFamily="18" charset="0"/>
              <a:cs typeface="Times New Roman" pitchFamily="18" charset="0"/>
            </a:endParaRPr>
          </a:p>
        </p:txBody>
      </p:sp>
      <p:sp>
        <p:nvSpPr>
          <p:cNvPr id="6" name="Rectangle: Beveled 5">
            <a:extLst>
              <a:ext uri="{FF2B5EF4-FFF2-40B4-BE49-F238E27FC236}">
                <a16:creationId xmlns:a16="http://schemas.microsoft.com/office/drawing/2014/main" id="{EDBEB1F9-DB97-458D-BFCB-24D8A87E4319}"/>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801219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726680" cy="689372"/>
          </a:xfrm>
        </p:spPr>
        <p:txBody>
          <a:bodyPr>
            <a:normAutofit/>
          </a:bodyPr>
          <a:lstStyle/>
          <a:p>
            <a:pPr algn="ctr"/>
            <a:r>
              <a:rPr lang="en-US" sz="3000" b="1" dirty="0">
                <a:solidFill>
                  <a:srgbClr val="0070C0"/>
                </a:solidFill>
                <a:effectLst/>
                <a:latin typeface="Times New Roman" pitchFamily="18" charset="0"/>
                <a:cs typeface="Times New Roman" pitchFamily="18" charset="0"/>
              </a:rPr>
              <a:t>Simple Java Program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95350"/>
            <a:ext cx="7924800" cy="3886200"/>
          </a:xfrm>
        </p:spPr>
        <p:txBody>
          <a:bodyPr>
            <a:noAutofit/>
          </a:bodyPr>
          <a:lstStyle/>
          <a:p>
            <a:pPr>
              <a:buFont typeface="Wingdings" panose="05000000000000000000" pitchFamily="2" charset="2"/>
              <a:buChar char="q"/>
            </a:pPr>
            <a:r>
              <a:rPr lang="en-GB" sz="2400" dirty="0">
                <a:latin typeface="Times New Roman" panose="02020603050405020304" pitchFamily="18" charset="0"/>
                <a:cs typeface="Times New Roman" panose="02020603050405020304" pitchFamily="18" charset="0"/>
              </a:rPr>
              <a:t>Valid Java main method signature:</a:t>
            </a:r>
          </a:p>
          <a:p>
            <a:pPr lvl="1">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public static void main(String[] </a:t>
            </a:r>
            <a:r>
              <a:rPr lang="en-IN" sz="2000" dirty="0" err="1">
                <a:latin typeface="Times New Roman" panose="02020603050405020304" pitchFamily="18" charset="0"/>
                <a:cs typeface="Times New Roman" panose="02020603050405020304" pitchFamily="18" charset="0"/>
              </a:rPr>
              <a:t>args</a:t>
            </a:r>
            <a:r>
              <a:rPr lang="en-IN" sz="20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public static void main(String []</a:t>
            </a:r>
            <a:r>
              <a:rPr lang="en-IN" sz="2000" dirty="0" err="1">
                <a:latin typeface="Times New Roman" panose="02020603050405020304" pitchFamily="18" charset="0"/>
                <a:cs typeface="Times New Roman" panose="02020603050405020304" pitchFamily="18" charset="0"/>
              </a:rPr>
              <a:t>args</a:t>
            </a:r>
            <a:r>
              <a:rPr lang="en-IN" sz="20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public static void main(String </a:t>
            </a:r>
            <a:r>
              <a:rPr lang="en-IN" sz="2000" dirty="0" err="1">
                <a:latin typeface="Times New Roman" panose="02020603050405020304" pitchFamily="18" charset="0"/>
                <a:cs typeface="Times New Roman" panose="02020603050405020304" pitchFamily="18" charset="0"/>
              </a:rPr>
              <a:t>args</a:t>
            </a:r>
            <a:r>
              <a:rPr lang="en-IN" sz="20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public static void main(String... </a:t>
            </a:r>
            <a:r>
              <a:rPr lang="en-IN" sz="2000" dirty="0" err="1">
                <a:latin typeface="Times New Roman" panose="02020603050405020304" pitchFamily="18" charset="0"/>
                <a:cs typeface="Times New Roman" panose="02020603050405020304" pitchFamily="18" charset="0"/>
              </a:rPr>
              <a:t>args</a:t>
            </a:r>
            <a:r>
              <a:rPr lang="en-IN" sz="20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static public void main(String[] </a:t>
            </a:r>
            <a:r>
              <a:rPr lang="en-IN" sz="2000" dirty="0" err="1">
                <a:latin typeface="Times New Roman" panose="02020603050405020304" pitchFamily="18" charset="0"/>
                <a:cs typeface="Times New Roman" panose="02020603050405020304" pitchFamily="18" charset="0"/>
              </a:rPr>
              <a:t>args</a:t>
            </a:r>
            <a:r>
              <a:rPr lang="en-IN"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itchFamily="18" charset="0"/>
            </a:endParaRP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16</a:t>
            </a:fld>
            <a:endParaRPr lang="en-US" dirty="0">
              <a:latin typeface="Times New Roman" pitchFamily="18" charset="0"/>
              <a:cs typeface="Times New Roman" pitchFamily="18" charset="0"/>
            </a:endParaRPr>
          </a:p>
        </p:txBody>
      </p:sp>
      <p:sp>
        <p:nvSpPr>
          <p:cNvPr id="6" name="Rectangle: Beveled 5">
            <a:extLst>
              <a:ext uri="{FF2B5EF4-FFF2-40B4-BE49-F238E27FC236}">
                <a16:creationId xmlns:a16="http://schemas.microsoft.com/office/drawing/2014/main" id="{EDBEB1F9-DB97-458D-BFCB-24D8A87E4319}"/>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3817563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726680" cy="689372"/>
          </a:xfrm>
        </p:spPr>
        <p:txBody>
          <a:bodyPr>
            <a:normAutofit/>
          </a:bodyPr>
          <a:lstStyle/>
          <a:p>
            <a:pPr algn="ctr"/>
            <a:r>
              <a:rPr lang="en-US" sz="3000" b="1" dirty="0">
                <a:solidFill>
                  <a:srgbClr val="0070C0"/>
                </a:solidFill>
                <a:effectLst/>
                <a:latin typeface="Times New Roman" pitchFamily="18" charset="0"/>
                <a:cs typeface="Times New Roman" pitchFamily="18" charset="0"/>
              </a:rPr>
              <a:t>Simple Java Program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95350"/>
            <a:ext cx="7924800" cy="3886200"/>
          </a:xfrm>
        </p:spPr>
        <p:txBody>
          <a:bodyPr>
            <a:noAutofit/>
          </a:bodyPr>
          <a:lstStyle/>
          <a:p>
            <a:pPr>
              <a:buFont typeface="Wingdings" panose="05000000000000000000" pitchFamily="2" charset="2"/>
              <a:buChar char="q"/>
            </a:pPr>
            <a:r>
              <a:rPr lang="en-GB" sz="2400" dirty="0">
                <a:latin typeface="Times New Roman" panose="02020603050405020304" pitchFamily="18" charset="0"/>
                <a:cs typeface="Times New Roman" panose="02020603050405020304" pitchFamily="18" charset="0"/>
              </a:rPr>
              <a:t>Invalid Java main method signature:</a:t>
            </a:r>
          </a:p>
          <a:p>
            <a:pPr>
              <a:buFont typeface="Wingdings" panose="05000000000000000000" pitchFamily="2" charset="2"/>
              <a:buChar char="q"/>
            </a:pPr>
            <a:endParaRPr lang="en-GB"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public void main(String[] </a:t>
            </a:r>
            <a:r>
              <a:rPr lang="en-GB" sz="2000" dirty="0" err="1">
                <a:latin typeface="Times New Roman" panose="02020603050405020304" pitchFamily="18" charset="0"/>
                <a:cs typeface="Times New Roman" panose="02020603050405020304" pitchFamily="18" charset="0"/>
              </a:rPr>
              <a:t>args</a:t>
            </a:r>
            <a:r>
              <a:rPr lang="en-GB" sz="20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v"/>
            </a:pPr>
            <a:endParaRPr lang="en-GB"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static void main(String[] </a:t>
            </a:r>
            <a:r>
              <a:rPr lang="en-GB" sz="2000" dirty="0" err="1">
                <a:latin typeface="Times New Roman" panose="02020603050405020304" pitchFamily="18" charset="0"/>
                <a:cs typeface="Times New Roman" panose="02020603050405020304" pitchFamily="18" charset="0"/>
              </a:rPr>
              <a:t>args</a:t>
            </a:r>
            <a:r>
              <a:rPr lang="en-GB" sz="20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v"/>
            </a:pPr>
            <a:endParaRPr lang="en-GB"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public void static main(String[] </a:t>
            </a:r>
            <a:r>
              <a:rPr lang="en-GB" sz="2000" dirty="0" err="1">
                <a:latin typeface="Times New Roman" panose="02020603050405020304" pitchFamily="18" charset="0"/>
                <a:cs typeface="Times New Roman" panose="02020603050405020304" pitchFamily="18" charset="0"/>
              </a:rPr>
              <a:t>args</a:t>
            </a:r>
            <a:r>
              <a:rPr lang="en-GB"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itchFamily="18" charset="0"/>
            </a:endParaRP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17</a:t>
            </a:fld>
            <a:endParaRPr lang="en-US" dirty="0">
              <a:latin typeface="Times New Roman" pitchFamily="18" charset="0"/>
              <a:cs typeface="Times New Roman" pitchFamily="18" charset="0"/>
            </a:endParaRPr>
          </a:p>
        </p:txBody>
      </p:sp>
      <p:sp>
        <p:nvSpPr>
          <p:cNvPr id="6" name="Rectangle: Beveled 5">
            <a:extLst>
              <a:ext uri="{FF2B5EF4-FFF2-40B4-BE49-F238E27FC236}">
                <a16:creationId xmlns:a16="http://schemas.microsoft.com/office/drawing/2014/main" id="{EDBEB1F9-DB97-458D-BFCB-24D8A87E4319}"/>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4247910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726680" cy="689372"/>
          </a:xfrm>
        </p:spPr>
        <p:txBody>
          <a:bodyPr>
            <a:normAutofit/>
          </a:bodyPr>
          <a:lstStyle/>
          <a:p>
            <a:pPr algn="ctr"/>
            <a:r>
              <a:rPr lang="en-US" sz="3000" b="1" dirty="0">
                <a:solidFill>
                  <a:srgbClr val="0070C0"/>
                </a:solidFill>
                <a:effectLst/>
                <a:latin typeface="Times New Roman" pitchFamily="18" charset="0"/>
                <a:cs typeface="Times New Roman" pitchFamily="18" charset="0"/>
              </a:rPr>
              <a:t>Simple Java Program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95350"/>
            <a:ext cx="7924800" cy="3886200"/>
          </a:xfrm>
        </p:spPr>
        <p:txBody>
          <a:bodyPr>
            <a:noAutofit/>
          </a:bodyPr>
          <a:lstStyle/>
          <a:p>
            <a:pPr>
              <a:buFont typeface="Wingdings" panose="05000000000000000000" pitchFamily="2" charset="2"/>
              <a:buChar char="q"/>
            </a:pPr>
            <a:r>
              <a:rPr lang="en-GB" sz="2400" dirty="0">
                <a:latin typeface="Times New Roman" panose="02020603050405020304" pitchFamily="18" charset="0"/>
                <a:cs typeface="Times New Roman" panose="02020603050405020304" pitchFamily="18" charset="0"/>
              </a:rPr>
              <a:t>Giving a semicolon at the end of a class is optional in Java.</a:t>
            </a:r>
          </a:p>
          <a:p>
            <a:pPr marL="82296" indent="0">
              <a:buNone/>
            </a:pPr>
            <a:r>
              <a:rPr lang="en-IN" sz="2400" dirty="0">
                <a:latin typeface="Times New Roman" panose="02020603050405020304" pitchFamily="18" charset="0"/>
                <a:cs typeface="Times New Roman" panose="02020603050405020304" pitchFamily="18" charset="0"/>
              </a:rPr>
              <a:t>   </a:t>
            </a:r>
          </a:p>
          <a:p>
            <a:pPr marL="82296" indent="0">
              <a:buNone/>
            </a:pPr>
            <a:r>
              <a:rPr lang="en-IN" sz="2400" dirty="0">
                <a:latin typeface="Times New Roman" panose="02020603050405020304" pitchFamily="18" charset="0"/>
                <a:cs typeface="Times New Roman" panose="02020603050405020304" pitchFamily="18" charset="0"/>
              </a:rPr>
              <a:t>class Hello</a:t>
            </a:r>
          </a:p>
          <a:p>
            <a:pPr marL="82296" indent="0">
              <a:buNone/>
            </a:pPr>
            <a:r>
              <a:rPr lang="en-IN" sz="2400" dirty="0">
                <a:latin typeface="Times New Roman" panose="02020603050405020304" pitchFamily="18" charset="0"/>
                <a:cs typeface="Times New Roman" panose="02020603050405020304" pitchFamily="18" charset="0"/>
              </a:rPr>
              <a:t>   {</a:t>
            </a:r>
          </a:p>
          <a:p>
            <a:pPr marL="82296" indent="0">
              <a:buNone/>
            </a:pPr>
            <a:r>
              <a:rPr lang="en-US" sz="2400" dirty="0">
                <a:latin typeface="Times New Roman" panose="02020603050405020304" pitchFamily="18" charset="0"/>
                <a:cs typeface="Times New Roman" panose="02020603050405020304" pitchFamily="18" charset="0"/>
              </a:rPr>
              <a:t>      public static void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a:t>
            </a:r>
          </a:p>
          <a:p>
            <a:pPr marL="82296" indent="0">
              <a:buNone/>
            </a:pPr>
            <a:r>
              <a:rPr lang="en-US" sz="2400" dirty="0">
                <a:latin typeface="Times New Roman" panose="02020603050405020304" pitchFamily="18" charset="0"/>
                <a:cs typeface="Times New Roman" panose="02020603050405020304" pitchFamily="18" charset="0"/>
              </a:rPr>
              <a:t>      {</a:t>
            </a:r>
          </a:p>
          <a:p>
            <a:pPr marL="82296"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System.out.println</a:t>
            </a:r>
            <a:r>
              <a:rPr lang="en-IN" sz="2400" dirty="0">
                <a:latin typeface="Times New Roman" panose="02020603050405020304" pitchFamily="18" charset="0"/>
                <a:cs typeface="Times New Roman" panose="02020603050405020304" pitchFamily="18" charset="0"/>
              </a:rPr>
              <a:t>(“Hello World”);</a:t>
            </a:r>
          </a:p>
          <a:p>
            <a:pPr marL="82296" indent="0">
              <a:buNone/>
            </a:pPr>
            <a:r>
              <a:rPr lang="en-IN" sz="2400" dirty="0">
                <a:latin typeface="Times New Roman" panose="02020603050405020304" pitchFamily="18" charset="0"/>
                <a:cs typeface="Times New Roman" panose="02020603050405020304" pitchFamily="18" charset="0"/>
              </a:rPr>
              <a:t>      }</a:t>
            </a:r>
          </a:p>
          <a:p>
            <a:pPr marL="82296" indent="0">
              <a:buNone/>
            </a:pPr>
            <a:r>
              <a:rPr lang="en-I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itchFamily="18" charset="0"/>
            </a:endParaRPr>
          </a:p>
        </p:txBody>
      </p:sp>
      <p:sp>
        <p:nvSpPr>
          <p:cNvPr id="10" name="Slide Number Placeholder 6"/>
          <p:cNvSpPr>
            <a:spLocks noGrp="1"/>
          </p:cNvSpPr>
          <p:nvPr>
            <p:ph type="sldNum" sz="quarter" idx="12"/>
          </p:nvPr>
        </p:nvSpPr>
        <p:spPr>
          <a:xfrm>
            <a:off x="8613648" y="4729162"/>
            <a:ext cx="457200" cy="357188"/>
          </a:xfrm>
        </p:spPr>
        <p:txBody>
          <a:bodyPr/>
          <a:lstStyle/>
          <a:p>
            <a:fld id="{8379391B-7504-45C9-9DE3-8766B2043D5B}" type="slidenum">
              <a:rPr lang="en-US" smtClean="0">
                <a:latin typeface="Times New Roman" pitchFamily="18" charset="0"/>
                <a:cs typeface="Times New Roman" pitchFamily="18" charset="0"/>
              </a:rPr>
              <a:pPr/>
              <a:t>18</a:t>
            </a:fld>
            <a:endParaRPr lang="en-US" dirty="0">
              <a:latin typeface="Times New Roman" pitchFamily="18" charset="0"/>
              <a:cs typeface="Times New Roman" pitchFamily="18" charset="0"/>
            </a:endParaRPr>
          </a:p>
        </p:txBody>
      </p:sp>
      <p:sp>
        <p:nvSpPr>
          <p:cNvPr id="6" name="Rectangle: Beveled 5">
            <a:extLst>
              <a:ext uri="{FF2B5EF4-FFF2-40B4-BE49-F238E27FC236}">
                <a16:creationId xmlns:a16="http://schemas.microsoft.com/office/drawing/2014/main" id="{EDBEB1F9-DB97-458D-BFCB-24D8A87E4319}"/>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1644204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4BDC88-5686-4D8C-A45E-430AC6155FF9}" type="datetime1">
              <a:rPr lang="en-US" smtClean="0">
                <a:latin typeface="Times New Roman" pitchFamily="18" charset="0"/>
                <a:cs typeface="Times New Roman" pitchFamily="18" charset="0"/>
              </a:rPr>
              <a:pPr/>
              <a:t>1/9/2020</a:t>
            </a:fld>
            <a:endParaRPr lang="en-US" dirty="0">
              <a:latin typeface="Times New Roman" pitchFamily="18" charset="0"/>
              <a:cs typeface="Times New Roman" pitchFamily="18" charset="0"/>
            </a:endParaRPr>
          </a:p>
        </p:txBody>
      </p:sp>
      <p:sp>
        <p:nvSpPr>
          <p:cNvPr id="3" name="Footer Placeholder 2"/>
          <p:cNvSpPr>
            <a:spLocks noGrp="1"/>
          </p:cNvSpPr>
          <p:nvPr>
            <p:ph type="ftr" sz="quarter" idx="12"/>
          </p:nvPr>
        </p:nvSpPr>
        <p:spPr/>
        <p:txBody>
          <a:bodyPr/>
          <a:lstStyle/>
          <a:p>
            <a:r>
              <a:rPr lang="sv-SE">
                <a:latin typeface="Times New Roman" pitchFamily="18" charset="0"/>
                <a:cs typeface="Times New Roman" pitchFamily="18" charset="0"/>
              </a:rPr>
              <a:t>Comprehensive Examination</a:t>
            </a:r>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1"/>
          </p:nvPr>
        </p:nvSpPr>
        <p:spPr/>
        <p:txBody>
          <a:bodyPr>
            <a:normAutofit lnSpcReduction="10000"/>
          </a:bodyPr>
          <a:lstStyle/>
          <a:p>
            <a:pPr algn="ctr"/>
            <a:fld id="{8F82E0A0-C266-4798-8C8F-B9F91E9DA37E}" type="slidenum">
              <a:rPr lang="en-US" sz="2800" b="1" smtClean="0">
                <a:solidFill>
                  <a:srgbClr val="FFFFFF"/>
                </a:solidFill>
                <a:latin typeface="Times New Roman" pitchFamily="18" charset="0"/>
                <a:cs typeface="Times New Roman" pitchFamily="18" charset="0"/>
              </a:rPr>
              <a:pPr algn="ctr"/>
              <a:t>19</a:t>
            </a:fld>
            <a:endParaRPr lang="en-US" sz="2800" dirty="0">
              <a:latin typeface="Times New Roman" pitchFamily="18" charset="0"/>
              <a:cs typeface="Times New Roman" pitchFamily="18"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7014" y="2985191"/>
            <a:ext cx="5126986" cy="2158309"/>
          </a:xfrm>
          <a:prstGeom prst="rect">
            <a:avLst/>
          </a:prstGeom>
        </p:spPr>
      </p:pic>
      <p:pic>
        <p:nvPicPr>
          <p:cNvPr id="10" name="Picture 9" descr="263762-frederika.jpg"/>
          <p:cNvPicPr>
            <a:picLocks noChangeAspect="1"/>
          </p:cNvPicPr>
          <p:nvPr/>
        </p:nvPicPr>
        <p:blipFill>
          <a:blip r:embed="rId4" cstate="print"/>
          <a:stretch>
            <a:fillRect/>
          </a:stretch>
        </p:blipFill>
        <p:spPr>
          <a:xfrm>
            <a:off x="3962400" y="0"/>
            <a:ext cx="5181600" cy="3028950"/>
          </a:xfrm>
          <a:prstGeom prst="rect">
            <a:avLst/>
          </a:prstGeom>
        </p:spPr>
      </p:pic>
      <p:pic>
        <p:nvPicPr>
          <p:cNvPr id="13" name="Picture 12" descr="10426693503_00e4413427_b.jpg"/>
          <p:cNvPicPr>
            <a:picLocks noChangeAspect="1"/>
          </p:cNvPicPr>
          <p:nvPr/>
        </p:nvPicPr>
        <p:blipFill>
          <a:blip r:embed="rId5"/>
          <a:stretch>
            <a:fillRect/>
          </a:stretch>
        </p:blipFill>
        <p:spPr>
          <a:xfrm>
            <a:off x="0" y="0"/>
            <a:ext cx="4038599" cy="5143500"/>
          </a:xfrm>
          <a:prstGeom prst="rect">
            <a:avLst/>
          </a:prstGeom>
        </p:spPr>
      </p:pic>
    </p:spTree>
  </p:cSld>
  <p:clrMapOvr>
    <a:overrideClrMapping bg1="dk1" tx1="lt1" bg2="dk2" tx2="lt2" accent1="accent1" accent2="accent2" accent3="accent3" accent4="accent4" accent5="accent5" accent6="accent6" hlink="hlink" folHlink="folHlink"/>
  </p:clrMapOvr>
  <p:transition spd="med">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0</TotalTime>
  <Words>805</Words>
  <Application>Microsoft Office PowerPoint</Application>
  <PresentationFormat>On-screen Show (16:9)</PresentationFormat>
  <Paragraphs>210</Paragraphs>
  <Slides>19</Slides>
  <Notes>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19</vt:i4>
      </vt:variant>
    </vt:vector>
  </HeadingPairs>
  <TitlesOfParts>
    <vt:vector size="29" baseType="lpstr">
      <vt:lpstr>Arial Black</vt:lpstr>
      <vt:lpstr>Calibri</vt:lpstr>
      <vt:lpstr>Gill Sans MT</vt:lpstr>
      <vt:lpstr>Times New Roman</vt:lpstr>
      <vt:lpstr>Tw Cen MT</vt:lpstr>
      <vt:lpstr>Verdana</vt:lpstr>
      <vt:lpstr>Wingdings</vt:lpstr>
      <vt:lpstr>Wingdings 2</vt:lpstr>
      <vt:lpstr>WidescreenPresentation</vt:lpstr>
      <vt:lpstr>Solstice</vt:lpstr>
      <vt:lpstr>Object Oriented Programming using Java (ECSE102L)</vt:lpstr>
      <vt:lpstr>Outline</vt:lpstr>
      <vt:lpstr>     Introduction to Java</vt:lpstr>
      <vt:lpstr>     Introduction to Java (Cont…)</vt:lpstr>
      <vt:lpstr>     Bytecode</vt:lpstr>
      <vt:lpstr>     Bytecode (Cont…)</vt:lpstr>
      <vt:lpstr>JVM Architecture </vt:lpstr>
      <vt:lpstr>Applications of Java</vt:lpstr>
      <vt:lpstr>Types of Java Application</vt:lpstr>
      <vt:lpstr>History of Java</vt:lpstr>
      <vt:lpstr>Features of Java</vt:lpstr>
      <vt:lpstr>Simple Java Program </vt:lpstr>
      <vt:lpstr>Simple Java Program (Cont…)</vt:lpstr>
      <vt:lpstr>Simple Java Program (Cont…)</vt:lpstr>
      <vt:lpstr>Simple Java Program (Cont…)</vt:lpstr>
      <vt:lpstr>Simple Java Program (Cont…)</vt:lpstr>
      <vt:lpstr>Simple Java Program (Cont…)</vt:lpstr>
      <vt:lpstr>Simple Java Program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2012-12-10T10:37:09Z</dcterms:created>
  <dcterms:modified xsi:type="dcterms:W3CDTF">2020-01-09T06:04:08Z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