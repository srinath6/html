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42"/>
  </p:notesMasterIdLst>
  <p:handoutMasterIdLst>
    <p:handoutMasterId r:id="rId43"/>
  </p:handoutMasterIdLst>
  <p:sldIdLst>
    <p:sldId id="283" r:id="rId3"/>
    <p:sldId id="375" r:id="rId4"/>
    <p:sldId id="376" r:id="rId5"/>
    <p:sldId id="756" r:id="rId6"/>
    <p:sldId id="757" r:id="rId7"/>
    <p:sldId id="796" r:id="rId8"/>
    <p:sldId id="761" r:id="rId9"/>
    <p:sldId id="798" r:id="rId10"/>
    <p:sldId id="799" r:id="rId11"/>
    <p:sldId id="800" r:id="rId12"/>
    <p:sldId id="801" r:id="rId13"/>
    <p:sldId id="802" r:id="rId14"/>
    <p:sldId id="803" r:id="rId15"/>
    <p:sldId id="797" r:id="rId16"/>
    <p:sldId id="762" r:id="rId17"/>
    <p:sldId id="763" r:id="rId18"/>
    <p:sldId id="764" r:id="rId19"/>
    <p:sldId id="793" r:id="rId20"/>
    <p:sldId id="775" r:id="rId21"/>
    <p:sldId id="776" r:id="rId22"/>
    <p:sldId id="794" r:id="rId23"/>
    <p:sldId id="795" r:id="rId24"/>
    <p:sldId id="779" r:id="rId25"/>
    <p:sldId id="778" r:id="rId26"/>
    <p:sldId id="781" r:id="rId27"/>
    <p:sldId id="782" r:id="rId28"/>
    <p:sldId id="783" r:id="rId29"/>
    <p:sldId id="784" r:id="rId30"/>
    <p:sldId id="785" r:id="rId31"/>
    <p:sldId id="786" r:id="rId32"/>
    <p:sldId id="804" r:id="rId33"/>
    <p:sldId id="787" r:id="rId34"/>
    <p:sldId id="805" r:id="rId35"/>
    <p:sldId id="788" r:id="rId36"/>
    <p:sldId id="789" r:id="rId37"/>
    <p:sldId id="790" r:id="rId38"/>
    <p:sldId id="791" r:id="rId39"/>
    <p:sldId id="792" r:id="rId40"/>
    <p:sldId id="261" r:id="rId41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49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64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8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339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3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472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75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440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78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767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168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685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785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4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206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31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653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74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99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393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71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957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4587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764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641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0583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147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2986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939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618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6896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121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047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1/23/2020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1/23/2020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1/23/2020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1/23/2020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1/23/2020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1/23/2020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Variable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Creating an Object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Initializing an Object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Class 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BEE9-CA64-47EC-A10B-C5FE71AA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is mainly a user defined blueprint to create any object.  </a:t>
            </a:r>
          </a:p>
          <a:p>
            <a:pPr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Java program consists of one or more classes. </a:t>
            </a:r>
          </a:p>
          <a:p>
            <a:pPr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abstract descriptions of objects.</a:t>
            </a:r>
          </a:p>
          <a:p>
            <a:pPr algn="just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of a Class includes some components: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Modifiers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name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 (optional)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(optional)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38747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Class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943088" cy="4267200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public class Cat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String name;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int age;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String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void barking()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void sleeping()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{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void hungry()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pPr marL="82296" indent="0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</p:txBody>
      </p:sp>
    </p:spTree>
    <p:extLst>
      <p:ext uri="{BB962C8B-B14F-4D97-AF65-F5344CB8AC3E}">
        <p14:creationId xmlns:p14="http://schemas.microsoft.com/office/powerpoint/2010/main" val="11460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43088" cy="3638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three variable types in a class: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 are declared within the method. These variables are destroyed, when method is completed.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variables: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variables are declared within a class, but outside any method. These type of variables can be accessed from inside any method.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variables: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variables are declared within a class with the static keyword, but outside any method.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changes are made to the class variable, all other instances can see the effect of the changes.</a:t>
            </a:r>
          </a:p>
        </p:txBody>
      </p:sp>
    </p:spTree>
    <p:extLst>
      <p:ext uri="{BB962C8B-B14F-4D97-AF65-F5344CB8AC3E}">
        <p14:creationId xmlns:p14="http://schemas.microsoft.com/office/powerpoint/2010/main" val="420046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82FC-6D18-440E-9EE2-99BAF580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0"/>
            <a:ext cx="74980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D8752-51D0-47D7-AF8A-4E63D9F96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43000"/>
            <a:ext cx="4038600" cy="349758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local variables</a:t>
            </a:r>
          </a:p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  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 ID=101;  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String Name="Suyel";  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C5564-3373-4DC3-99A2-3FAB27F43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0" y="1143000"/>
            <a:ext cx="3962400" cy="3794760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Main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public static void main(String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(Obj.id); 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82296" indent="0">
              <a:buNone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57FAF-901E-49F0-BD7A-EFADB72B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6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BD7F345-D6F6-4A06-8B7A-875ABA708618}"/>
              </a:ext>
            </a:extLst>
          </p:cNvPr>
          <p:cNvSpPr txBox="1">
            <a:spLocks/>
          </p:cNvSpPr>
          <p:nvPr/>
        </p:nvSpPr>
        <p:spPr>
          <a:xfrm>
            <a:off x="8610600" y="472059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8C692C2C-77AA-4CD6-84CD-FA6D10BCDFD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83649609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943088" cy="44005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instance variables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6E4EE81-0374-4BEF-A2EB-B89512C89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243012"/>
            <a:ext cx="3962400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1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43088" cy="40957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instance variables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	</a:t>
            </a:r>
          </a:p>
          <a:p>
            <a:pPr marL="402336" lvl="1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402336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</a:p>
          <a:p>
            <a:pPr marL="402336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</a:p>
        </p:txBody>
      </p:sp>
    </p:spTree>
    <p:extLst>
      <p:ext uri="{BB962C8B-B14F-4D97-AF65-F5344CB8AC3E}">
        <p14:creationId xmlns:p14="http://schemas.microsoft.com/office/powerpoint/2010/main" val="157488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943088" cy="44005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class variables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EE15F-B38C-4B28-9C44-A9D1DAEC5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43012"/>
            <a:ext cx="6306430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60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43088" cy="40957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class variables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	</a:t>
            </a:r>
          </a:p>
          <a:p>
            <a:pPr marL="402336" lvl="1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402336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</a:t>
            </a:r>
          </a:p>
          <a:p>
            <a:pPr marL="402336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</a:t>
            </a:r>
          </a:p>
        </p:txBody>
      </p:sp>
    </p:spTree>
    <p:extLst>
      <p:ext uri="{BB962C8B-B14F-4D97-AF65-F5344CB8AC3E}">
        <p14:creationId xmlns:p14="http://schemas.microsoft.com/office/powerpoint/2010/main" val="409785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82FC-6D18-440E-9EE2-99BAF580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0"/>
            <a:ext cx="74980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D8752-51D0-47D7-AF8A-4E63D9F96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590550"/>
            <a:ext cx="4038600" cy="46482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</a:p>
          <a:p>
            <a:pPr marL="82296" indent="0">
              <a:buNone/>
            </a:pP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Student.java </a:t>
            </a:r>
          </a:p>
          <a:p>
            <a:pPr marL="82296" indent="0">
              <a:buNone/>
            </a:pPr>
            <a:endParaRPr lang="en-IN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 Student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//instance variable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String name;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static String college ="ITS";     //static variable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void  Student1(int r, String n)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   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r;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     name = n;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 }  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void display ()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+" "+name+" "+college);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C5564-3373-4DC3-99A2-3FAB27F43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0" y="947738"/>
            <a:ext cx="3962400" cy="4195762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TestStaticVariable1.java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 class TestStaticVariable1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public static void main(String 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 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Student s1 = new Student();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Student s2 = new Student();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s1.Student1(111, Karan);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s2.Student1(222, Aryan);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s1.display();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s2.display();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}  </a:t>
            </a: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57FAF-901E-49F0-BD7A-EFADB72B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11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BD7F345-D6F6-4A06-8B7A-875ABA708618}"/>
              </a:ext>
            </a:extLst>
          </p:cNvPr>
          <p:cNvSpPr txBox="1">
            <a:spLocks/>
          </p:cNvSpPr>
          <p:nvPr/>
        </p:nvSpPr>
        <p:spPr>
          <a:xfrm>
            <a:off x="8610600" y="472059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8C692C2C-77AA-4CD6-84CD-FA6D10BCDFD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641621110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43088" cy="40957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	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 Karan ITS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222 Aryan ITS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4194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Variable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2" descr="Static Variable">
            <a:extLst>
              <a:ext uri="{FF2B5EF4-FFF2-40B4-BE49-F238E27FC236}">
                <a16:creationId xmlns:a16="http://schemas.microsoft.com/office/drawing/2014/main" id="{9591BBE7-DF81-4841-AC4C-89FCA3FC98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716" y="857250"/>
            <a:ext cx="6036683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3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0050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is an instance of a class.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basic unit of object oriented programming and represents the real life entities.  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can be tangible and intangible.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has three characteristics: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represents the data (value) or attributes  of an object.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represents the behavior (functionality) of an object. It also reflects the response of an object with other objects.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identity is typically implemented by an unique name to interact with other objects.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463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that Bike is an object and its name is Pulsar.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color of the Pulsar can be Black, which is known as its state.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Pulsar is used to ride from one place to another, so riding is its behavior. </a:t>
            </a:r>
          </a:p>
        </p:txBody>
      </p:sp>
    </p:spTree>
    <p:extLst>
      <p:ext uri="{BB962C8B-B14F-4D97-AF65-F5344CB8AC3E}">
        <p14:creationId xmlns:p14="http://schemas.microsoft.com/office/powerpoint/2010/main" val="911428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943088" cy="394335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is created, the class of the object is instantiated.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“new” keyword instantiates a class and allocates new memory for objects.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instances share the attribute and behavior of the class. But, the values of those attributes are unique for each object.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can have many instances: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Pulsar Obj1_Pulsar1 = new Pulsar()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Pulsar Obj2_Pulsar2 = new Pulsar()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Pulsar Obj3_Pulsar3 = new Pulsar()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094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8C0B5-E242-48BF-9B18-C45FBD9B7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200150"/>
            <a:ext cx="6096000" cy="3276600"/>
          </a:xfrm>
        </p:spPr>
      </p:pic>
    </p:spTree>
    <p:extLst>
      <p:ext uri="{BB962C8B-B14F-4D97-AF65-F5344CB8AC3E}">
        <p14:creationId xmlns:p14="http://schemas.microsoft.com/office/powerpoint/2010/main" val="381422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F1296-7173-4558-9E81-B7379067B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 Memory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Obj_Pulsar1               Obj_Pulsar2                 Obj_Pulsar3                Obj_Pulsar4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4D474-3C36-461E-9B63-AEA9180D433D}"/>
              </a:ext>
            </a:extLst>
          </p:cNvPr>
          <p:cNvSpPr/>
          <p:nvPr/>
        </p:nvSpPr>
        <p:spPr>
          <a:xfrm>
            <a:off x="3383281" y="1901059"/>
            <a:ext cx="1188719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878885-944A-4389-A193-B5AC2FC9184B}"/>
              </a:ext>
            </a:extLst>
          </p:cNvPr>
          <p:cNvSpPr/>
          <p:nvPr/>
        </p:nvSpPr>
        <p:spPr>
          <a:xfrm>
            <a:off x="5288281" y="1901059"/>
            <a:ext cx="1188719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0312DF-3375-430F-9941-9204E110B1EF}"/>
              </a:ext>
            </a:extLst>
          </p:cNvPr>
          <p:cNvSpPr/>
          <p:nvPr/>
        </p:nvSpPr>
        <p:spPr>
          <a:xfrm>
            <a:off x="7086600" y="1901059"/>
            <a:ext cx="1188719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E4C7DB-34AC-4365-80A6-937EC0CB0BA2}"/>
              </a:ext>
            </a:extLst>
          </p:cNvPr>
          <p:cNvSpPr/>
          <p:nvPr/>
        </p:nvSpPr>
        <p:spPr>
          <a:xfrm>
            <a:off x="1550804" y="1901059"/>
            <a:ext cx="1188719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3682221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AA8A4B-24D7-4FBE-B612-CF8627317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123950"/>
            <a:ext cx="4419599" cy="3048000"/>
          </a:xfrm>
        </p:spPr>
      </p:pic>
    </p:spTree>
    <p:extLst>
      <p:ext uri="{BB962C8B-B14F-4D97-AF65-F5344CB8AC3E}">
        <p14:creationId xmlns:p14="http://schemas.microsoft.com/office/powerpoint/2010/main" val="3195233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101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Suyel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11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7AF83-9793-4FC5-BBE7-588FD5F05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857250"/>
            <a:ext cx="7714488" cy="42291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int ID=101;  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String Name="Suyel";  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ID+Name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Obj.init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  <a:p>
            <a:pPr marL="82296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7488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101Suyel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563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82FC-6D18-440E-9EE2-99BAF580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0"/>
            <a:ext cx="74980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D8752-51D0-47D7-AF8A-4E63D9F96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43000"/>
            <a:ext cx="3962400" cy="3497580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outside the class</a:t>
            </a:r>
          </a:p>
          <a:p>
            <a:pPr marL="82296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Object_Par.java</a:t>
            </a:r>
          </a:p>
          <a:p>
            <a:pPr marL="82296" indent="0">
              <a:buNone/>
            </a:pPr>
            <a:endParaRPr lang="en-IN" dirty="0"/>
          </a:p>
          <a:p>
            <a:pPr marL="82296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Object_Par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ID=101; </a:t>
            </a:r>
          </a:p>
          <a:p>
            <a:pPr marL="82296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Name="Suyel"; </a:t>
            </a:r>
          </a:p>
          <a:p>
            <a:pPr marL="82296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C5564-3373-4DC3-99A2-3FAB27F43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0" y="1143000"/>
            <a:ext cx="3980688" cy="379476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endParaRPr lang="en-IN" dirty="0"/>
          </a:p>
          <a:p>
            <a:pPr marL="82296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Object_Child.java</a:t>
            </a:r>
          </a:p>
          <a:p>
            <a:pPr marL="82296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Object_Child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Object_Par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Object_Par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(Obj.ID);   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pPr marL="82296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57FAF-901E-49F0-BD7A-EFADB72B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23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BD7F345-D6F6-4A06-8B7A-875ABA708618}"/>
              </a:ext>
            </a:extLst>
          </p:cNvPr>
          <p:cNvSpPr txBox="1">
            <a:spLocks/>
          </p:cNvSpPr>
          <p:nvPr/>
        </p:nvSpPr>
        <p:spPr>
          <a:xfrm>
            <a:off x="8610600" y="472059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8C692C2C-77AA-4CD6-84CD-FA6D10BCDFD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2669137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Object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both the class i.e.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Object_Par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Object_Child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Object_Child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101</a:t>
            </a: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Suyel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3135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Object in a Class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0767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“new” Keyword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already gone through this keyword.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Class.forName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meth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package, there is a predefined class with name “Class”.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method returns the Class object that is associated with the class with the given string name.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call by using “new Instance()” method, it returns new instance of the class with the given string name.</a:t>
            </a:r>
          </a:p>
          <a:p>
            <a:pPr marL="82296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obj_Clfr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(Hello)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Class.forName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Bennett.Hello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newInstance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have created a object of class Hello and class Hello is presented in package Bennett.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87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Object in a Class 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clone() method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 and returns a copy of the object.</a:t>
            </a:r>
          </a:p>
          <a:p>
            <a:pPr marL="402336" lvl="1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Object_Clone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Cloneable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 ID=101; 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public static void main(String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 throws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CloneNotSupportedException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Object_Clone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Obj=new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Object_Clone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Object_Clone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Obj_1=(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Object_Clone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Obj.clone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</a:p>
          <a:p>
            <a:pPr marL="402336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367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Object in a Class 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multiple objects by one type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most popular.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different objects of a class is required in many methods. So, we create a reference and use it as per our requirements.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 is less.</a:t>
            </a:r>
          </a:p>
          <a:p>
            <a:pPr marL="402336" lvl="1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multiple;   //reference variable</a:t>
            </a:r>
          </a:p>
          <a:p>
            <a:pPr marL="402336" lvl="1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= new Hello();   //object creation </a:t>
            </a:r>
          </a:p>
        </p:txBody>
      </p:sp>
    </p:spTree>
    <p:extLst>
      <p:ext uri="{BB962C8B-B14F-4D97-AF65-F5344CB8AC3E}">
        <p14:creationId xmlns:p14="http://schemas.microsoft.com/office/powerpoint/2010/main" val="729300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of an Object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ways to initialize an object: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reference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a constructor</a:t>
            </a: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67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Reference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create multiple objects and store information in it through reference variable.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68B70-834D-4D68-BE71-C9A7D4376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657350"/>
            <a:ext cx="42672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66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Reference 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 Suyel</a:t>
            </a:r>
          </a:p>
          <a:p>
            <a:pPr marL="82296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2016 Arpit</a:t>
            </a:r>
          </a:p>
        </p:txBody>
      </p:sp>
    </p:spTree>
    <p:extLst>
      <p:ext uri="{BB962C8B-B14F-4D97-AF65-F5344CB8AC3E}">
        <p14:creationId xmlns:p14="http://schemas.microsoft.com/office/powerpoint/2010/main" val="216760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method is a block of code, which only runs when it is called.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pass data known as parameters/arguments into a method.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used to perform certain actions.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defines the behavior of any object.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an interface to expose the state of an object.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883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(</a:t>
            </a:r>
            <a:r>
              <a:rPr lang="en-IN" sz="2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800" b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 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method?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reuse code: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the code once and we can use the same code (method) many times.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methods are defined within the class.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some pre-defined methods, such as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print(), main(), etc.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create our own method to perform certain actions.</a:t>
            </a:r>
          </a:p>
          <a:p>
            <a:pPr marL="402336" lvl="1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&lt;Access Specifier&gt; &lt;Return Type&gt; &lt;Method Name&gt; (arguments)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{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Statements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return &lt;Variable Name&gt;    //return is used, when there is a return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</a:p>
        </p:txBody>
      </p:sp>
    </p:spTree>
    <p:extLst>
      <p:ext uri="{BB962C8B-B14F-4D97-AF65-F5344CB8AC3E}">
        <p14:creationId xmlns:p14="http://schemas.microsoft.com/office/powerpoint/2010/main" val="2635388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method?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reuse code: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 the code once and we can use the same code (method) many times.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methods are defined within the class.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some pre-defined methods, such as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print(), main(), etc.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create our own method to perform certain actions.</a:t>
            </a:r>
          </a:p>
          <a:p>
            <a:pPr marL="402336" lvl="1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&lt;Access Specifier&gt; &lt;Return Type&gt; &lt;Method Name&gt; (arguments)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{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Statements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return &lt;Variable Name&gt;    //return is used, when there is a return</a:t>
            </a:r>
          </a:p>
          <a:p>
            <a:pPr marL="402336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</a:p>
        </p:txBody>
      </p:sp>
    </p:spTree>
    <p:extLst>
      <p:ext uri="{BB962C8B-B14F-4D97-AF65-F5344CB8AC3E}">
        <p14:creationId xmlns:p14="http://schemas.microsoft.com/office/powerpoint/2010/main" val="3651217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 fontScale="92500"/>
          </a:bodyPr>
          <a:lstStyle/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Modifier: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defines access type of the method i.e. from where it can be accessed in the application. There are 4 types of access specifiers in Java:</a:t>
            </a:r>
          </a:p>
          <a:p>
            <a:pPr lvl="1" algn="just" fontAlgn="base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in all the class in the application.</a:t>
            </a:r>
          </a:p>
          <a:p>
            <a:pPr lvl="1" algn="just" fontAlgn="base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within the class in which it is defined and in its subclass.</a:t>
            </a:r>
          </a:p>
          <a:p>
            <a:pPr lvl="1" algn="just" fontAlgn="base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Hide accessible only within the class in which it is defined.</a:t>
            </a:r>
          </a:p>
          <a:p>
            <a:pPr lvl="1" algn="just" fontAlgn="base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(declared/defined without using any modifier): accessible within same class and package within which its class is defined.</a:t>
            </a:r>
          </a:p>
          <a:p>
            <a:pPr algn="just" fontAlgn="base"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return type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The data type of the value returned by the method or void, if does not return a value.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77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47750"/>
            <a:ext cx="7943088" cy="4086224"/>
          </a:xfrm>
        </p:spPr>
        <p:txBody>
          <a:bodyPr>
            <a:normAutofit/>
          </a:bodyPr>
          <a:lstStyle/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method has a unique name within the class in which it is defined. However, a method might have the same name as other method names within the same class because Java supports method overloading. 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List: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 separated list of the input parameters are defined, preceded with their data type, within the enclosed parenthesis. If there are no parameters, we must use empty parentheses (). 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Body: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or operation that we need to execute. </a:t>
            </a:r>
          </a:p>
          <a:p>
            <a:pPr lvl="1" algn="just" fontAlgn="base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84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57250"/>
            <a:ext cx="7943088" cy="4276724"/>
          </a:xfrm>
        </p:spPr>
        <p:txBody>
          <a:bodyPr>
            <a:normAutofit/>
          </a:bodyPr>
          <a:lstStyle/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Specifier</a:t>
            </a:r>
          </a:p>
          <a:p>
            <a:pPr marL="402336" lvl="1" indent="0" algn="just" fontAlgn="base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8E193-C69F-4CE0-AA61-BBE416D8F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277" y="1488281"/>
            <a:ext cx="6367185" cy="301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2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7BDAC1-F298-40E9-B252-A32271697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822434"/>
            <a:ext cx="4887007" cy="4321066"/>
          </a:xfrm>
        </p:spPr>
      </p:pic>
    </p:spTree>
    <p:extLst>
      <p:ext uri="{BB962C8B-B14F-4D97-AF65-F5344CB8AC3E}">
        <p14:creationId xmlns:p14="http://schemas.microsoft.com/office/powerpoint/2010/main" val="1383938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Method 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0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97FE-8870-4266-98EF-B5B450628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200150"/>
            <a:ext cx="7943088" cy="3933824"/>
          </a:xfrm>
        </p:spPr>
        <p:txBody>
          <a:bodyPr>
            <a:normAutofit/>
          </a:bodyPr>
          <a:lstStyle/>
          <a:p>
            <a:pPr algn="just" fontAlgn="base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2336" lvl="1" indent="0" algn="just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2019, Name: Suyel</a:t>
            </a:r>
          </a:p>
          <a:p>
            <a:pPr marL="402336" lvl="1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ID: 2016, Name: Arpit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790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1/23/2020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39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1693</Words>
  <Application>Microsoft Office PowerPoint</Application>
  <PresentationFormat>On-screen Show (16:9)</PresentationFormat>
  <Paragraphs>499</Paragraphs>
  <Slides>39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Class </vt:lpstr>
      <vt:lpstr>Class (Cont…)</vt:lpstr>
      <vt:lpstr>Variable</vt:lpstr>
      <vt:lpstr>Variable (Cont…)</vt:lpstr>
      <vt:lpstr>Variable (Cont…)</vt:lpstr>
      <vt:lpstr>Variable (Cont…)</vt:lpstr>
      <vt:lpstr>Variable (Cont…)</vt:lpstr>
      <vt:lpstr>Variable (Cont…)</vt:lpstr>
      <vt:lpstr>Variable (Cont…)</vt:lpstr>
      <vt:lpstr>Variable (Cont…)</vt:lpstr>
      <vt:lpstr>Variable (Cont…)</vt:lpstr>
      <vt:lpstr>Object</vt:lpstr>
      <vt:lpstr>Object (Cont…)</vt:lpstr>
      <vt:lpstr>Object (Cont…)</vt:lpstr>
      <vt:lpstr>Object (Cont…)</vt:lpstr>
      <vt:lpstr>Object (Cont…)</vt:lpstr>
      <vt:lpstr>Object (Cont…)</vt:lpstr>
      <vt:lpstr>Object (Cont…)</vt:lpstr>
      <vt:lpstr>Object (Cont…)</vt:lpstr>
      <vt:lpstr>Object (Cont…)</vt:lpstr>
      <vt:lpstr>Object (Cont…)</vt:lpstr>
      <vt:lpstr>Object (Cont…)</vt:lpstr>
      <vt:lpstr>Creating Object in a Class</vt:lpstr>
      <vt:lpstr>Creating Object in a Class (Cont…)</vt:lpstr>
      <vt:lpstr>Creating Object in a Class (Cont…)</vt:lpstr>
      <vt:lpstr>Initialization of an Object</vt:lpstr>
      <vt:lpstr>Initialization Through Reference</vt:lpstr>
      <vt:lpstr>Initialization Through Reference (Cont…)</vt:lpstr>
      <vt:lpstr>Initialization Through Method </vt:lpstr>
      <vt:lpstr>Initialization Through Method (Cont…) </vt:lpstr>
      <vt:lpstr>Initialization Through Method </vt:lpstr>
      <vt:lpstr>Initialization Through Method (Cont…)</vt:lpstr>
      <vt:lpstr>Initialization Through Method (Cont…)</vt:lpstr>
      <vt:lpstr>Initialization Through Method (Cont…)</vt:lpstr>
      <vt:lpstr>Initialization Through Method (Cont…)</vt:lpstr>
      <vt:lpstr>Initialization Through Method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2020-01-23T19:41:00Z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