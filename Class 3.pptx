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5"/>
  </p:notesMasterIdLst>
  <p:handoutMasterIdLst>
    <p:handoutMasterId r:id="rId36"/>
  </p:handoutMasterIdLst>
  <p:sldIdLst>
    <p:sldId id="283" r:id="rId3"/>
    <p:sldId id="375" r:id="rId4"/>
    <p:sldId id="376" r:id="rId5"/>
    <p:sldId id="732" r:id="rId6"/>
    <p:sldId id="729" r:id="rId7"/>
    <p:sldId id="558" r:id="rId8"/>
    <p:sldId id="726" r:id="rId9"/>
    <p:sldId id="733" r:id="rId10"/>
    <p:sldId id="730" r:id="rId11"/>
    <p:sldId id="727" r:id="rId12"/>
    <p:sldId id="734" r:id="rId13"/>
    <p:sldId id="735" r:id="rId14"/>
    <p:sldId id="736" r:id="rId15"/>
    <p:sldId id="737" r:id="rId16"/>
    <p:sldId id="738" r:id="rId17"/>
    <p:sldId id="706" r:id="rId18"/>
    <p:sldId id="739" r:id="rId19"/>
    <p:sldId id="728" r:id="rId20"/>
    <p:sldId id="745" r:id="rId21"/>
    <p:sldId id="741" r:id="rId22"/>
    <p:sldId id="746" r:id="rId23"/>
    <p:sldId id="740" r:id="rId24"/>
    <p:sldId id="747" r:id="rId25"/>
    <p:sldId id="742" r:id="rId26"/>
    <p:sldId id="748" r:id="rId27"/>
    <p:sldId id="743" r:id="rId28"/>
    <p:sldId id="749" r:id="rId29"/>
    <p:sldId id="744" r:id="rId30"/>
    <p:sldId id="750" r:id="rId31"/>
    <p:sldId id="751" r:id="rId32"/>
    <p:sldId id="752" r:id="rId33"/>
    <p:sldId id="261" r:id="rId34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5341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22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059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1/10/2020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1/10/2020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1/10/2020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1/10/2020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1/10/2020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1/10/2020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Type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Variable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Variable Name 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Operators 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Precedence of Operators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 of Operators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Data Type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7004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two types of data type: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Primitive: Byte, short, int, long, float, double,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char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Non-primitive: String, arrays and classes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Data Type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43434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33A97-7581-4A28-8A16-4A7FC8AF5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11" y="690300"/>
            <a:ext cx="7696200" cy="39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5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Variable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37385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variables can be considered as a name given to the location in memory where values are stored.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&lt;datatype&gt; 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3" algn="just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value of variable be changed?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  <a:p>
            <a:endParaRPr lang="en-US" dirty="0"/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E0689022-5DCD-4146-82E9-7D5AECF2261E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934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924800" cy="4076700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only the characters ‘a’ through ‘z’, ‘A’ through ‘Z, ‘0’ through ‘9’, character ‘_’, and character ‘$’.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name can’t contain space character.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start with a digit. A name can be of any length.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sensitive.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name can not be a reserved word (A reserved word is a word which has a predefined meaning in Java. Example: int, double, true, etc.).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Clr>
                <a:schemeClr val="tx1"/>
              </a:buCl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 1: JVM architecture</a:t>
            </a:r>
          </a:p>
          <a:p>
            <a:pPr marL="885825" lvl="2" indent="-885825" algn="ctr">
              <a:buClr>
                <a:schemeClr val="tx1"/>
              </a:buCl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D1B8D465-A778-4213-A8C8-7B59C02D671B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802880" cy="8953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Name 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27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924800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Can you answer that whether the below lines are correct or not?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good-bye;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shrift = 0;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thisMustBeTooLong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bubble = 0, toil = 9, trouble = 8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8ball;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double;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GB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B050432B-3E4D-44DC-8631-FC83BE9EB0F8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802880" cy="8953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Name 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27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924800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Answers of the last slide: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good-bye;     //bad variable name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shrift = 0;     //OK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thisMustBeTooLong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//OK in syntax //but poor choice in variable name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bubble = 0, toil = 9, trouble = 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“;” missing at the end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8ball;           //can’t start with a digit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double;        //double is a reserve word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GB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B050432B-3E4D-44DC-8631-FC83BE9EB0F8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6889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802880" cy="8953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</a:t>
            </a:r>
            <a:endParaRPr lang="en-IN" sz="27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924800" cy="3810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There are many operators in Java: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operators</a:t>
            </a: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29AB6B93-F3B4-41BF-965E-D1A9F08660C0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1638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95350"/>
            <a:ext cx="7924800" cy="38862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Unary operators: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B9FA9-68E8-4326-B697-D9DF2B23C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469" y="1334604"/>
            <a:ext cx="6063062" cy="30076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95350"/>
            <a:ext cx="7924800" cy="38862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Arithmetic operators: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F368C-32F6-48B7-9EB3-C4B119A01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1504950"/>
            <a:ext cx="5867400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6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02296"/>
            <a:ext cx="7924800" cy="407925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Relational operators: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E5450-FB23-4309-8068-AE0623A1E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46634"/>
            <a:ext cx="5715000" cy="350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4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02296"/>
            <a:ext cx="7924800" cy="407925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DFDE2-7076-4E34-B6D9-0E2CAF788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00150"/>
            <a:ext cx="556259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8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02296"/>
            <a:ext cx="7924800" cy="407925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operators: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EA3B0-0B0A-40C3-8799-CE33967E3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379556"/>
            <a:ext cx="5486400" cy="286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10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590550"/>
            <a:ext cx="7924800" cy="4191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operators: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02381-E9FC-4ED4-8096-127D024A7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78278"/>
            <a:ext cx="6529552" cy="386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51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19150"/>
            <a:ext cx="7924800" cy="3962400"/>
          </a:xfrm>
        </p:spPr>
        <p:txBody>
          <a:bodyPr>
            <a:normAutofit/>
          </a:bodyPr>
          <a:lstStyle/>
          <a:p>
            <a:pPr marL="365760" lvl="1" indent="-283464" algn="just">
              <a:spcBef>
                <a:spcPts val="600"/>
              </a:spcBef>
              <a:buSzPct val="80000"/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Ternary operators: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72084" lvl="2" indent="-342900" algn="just">
              <a:spcBef>
                <a:spcPts val="600"/>
              </a:spcBef>
              <a:buClr>
                <a:srgbClr val="0070C0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Conditional Operator ( ? : 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2E12A363-2B43-4751-BA57-5F62E0EFC67B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741" y="16496"/>
            <a:ext cx="7802880" cy="6858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Precedence of the Operators</a:t>
            </a:r>
            <a:endParaRPr lang="en-US" sz="29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590550"/>
            <a:ext cx="7924800" cy="41910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3848F650-A392-445A-9BB9-C490493452D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4B07B-E793-4A69-BA45-3D80EC0E6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620228"/>
            <a:ext cx="6230219" cy="43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C1762-6B52-49E0-831D-DF4E2E5E7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88671"/>
            <a:ext cx="4114800" cy="2676664"/>
          </a:xfrm>
        </p:spPr>
      </p:pic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30702-6257-4A60-8A0B-EA430C0CF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38649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B9DC1B-6B39-4AFA-81F9-010E5E664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428750"/>
            <a:ext cx="3781910" cy="1605737"/>
          </a:xfrm>
        </p:spPr>
      </p:pic>
    </p:spTree>
    <p:extLst>
      <p:ext uri="{BB962C8B-B14F-4D97-AF65-F5344CB8AC3E}">
        <p14:creationId xmlns:p14="http://schemas.microsoft.com/office/powerpoint/2010/main" val="1733906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F6C7F-853C-4D4C-A7F2-45F37254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0778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288D6C-E46E-4A46-95D8-D158070A0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581150"/>
            <a:ext cx="3962400" cy="1981200"/>
          </a:xfrm>
        </p:spPr>
      </p:pic>
    </p:spTree>
    <p:extLst>
      <p:ext uri="{BB962C8B-B14F-4D97-AF65-F5344CB8AC3E}">
        <p14:creationId xmlns:p14="http://schemas.microsoft.com/office/powerpoint/2010/main" val="1895951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7A7BE-9A26-41C4-BF6C-4569F92B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3220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C4BD64-90B7-428A-9668-A5EA3904A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48" y="1650124"/>
            <a:ext cx="4419600" cy="240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79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581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38BAFB-417E-41F4-B37E-1ED42BF78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48" y="1418034"/>
            <a:ext cx="40386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87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770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B304A-D9A7-4388-94F7-0EE06040E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145628"/>
            <a:ext cx="3657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65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482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FC6E5-CF8B-4C77-B328-4AC5216E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090448"/>
            <a:ext cx="4724400" cy="32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98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26680" cy="689372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Operators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EDBEB1F9-DB97-458D-BFCB-24D8A87E431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AAD8B-DDE8-489F-BB6D-56A4B9EB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== b = false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!= b =true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 b =false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&lt; b =true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&gt;= b =false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&lt;= b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=true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516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1/10/2020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32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640</Words>
  <Application>Microsoft Office PowerPoint</Application>
  <PresentationFormat>On-screen Show (16:9)</PresentationFormat>
  <Paragraphs>240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     Data Type</vt:lpstr>
      <vt:lpstr>     Data Type (Cont…)</vt:lpstr>
      <vt:lpstr>     Variable </vt:lpstr>
      <vt:lpstr>Variable Name</vt:lpstr>
      <vt:lpstr>Variable Name (Cont…)</vt:lpstr>
      <vt:lpstr>Variable Name (Cont…)</vt:lpstr>
      <vt:lpstr>Operators</vt:lpstr>
      <vt:lpstr>Operators (Cont…)</vt:lpstr>
      <vt:lpstr>Operators (Cont…)</vt:lpstr>
      <vt:lpstr>Operators (Cont…)</vt:lpstr>
      <vt:lpstr>Operators (Cont…)</vt:lpstr>
      <vt:lpstr>Operators (Cont…)</vt:lpstr>
      <vt:lpstr>Operators (Cont…)</vt:lpstr>
      <vt:lpstr>Operators (Cont…) </vt:lpstr>
      <vt:lpstr>Precedence of the Operators</vt:lpstr>
      <vt:lpstr>Examples of Operators</vt:lpstr>
      <vt:lpstr>Examples of Operators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Examples of Operators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2020-01-10T09:01:58Z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