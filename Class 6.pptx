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  <p:sldMasterId id="2147483660" r:id="rId2"/>
  </p:sldMasterIdLst>
  <p:notesMasterIdLst>
    <p:notesMasterId r:id="rId36"/>
  </p:notesMasterIdLst>
  <p:handoutMasterIdLst>
    <p:handoutMasterId r:id="rId37"/>
  </p:handoutMasterIdLst>
  <p:sldIdLst>
    <p:sldId id="283" r:id="rId3"/>
    <p:sldId id="375" r:id="rId4"/>
    <p:sldId id="376" r:id="rId5"/>
    <p:sldId id="756" r:id="rId6"/>
    <p:sldId id="757" r:id="rId7"/>
    <p:sldId id="758" r:id="rId8"/>
    <p:sldId id="759" r:id="rId9"/>
    <p:sldId id="760" r:id="rId10"/>
    <p:sldId id="761" r:id="rId11"/>
    <p:sldId id="762" r:id="rId12"/>
    <p:sldId id="763" r:id="rId13"/>
    <p:sldId id="764" r:id="rId14"/>
    <p:sldId id="765" r:id="rId15"/>
    <p:sldId id="766" r:id="rId16"/>
    <p:sldId id="767" r:id="rId17"/>
    <p:sldId id="768" r:id="rId18"/>
    <p:sldId id="769" r:id="rId19"/>
    <p:sldId id="770" r:id="rId20"/>
    <p:sldId id="771" r:id="rId21"/>
    <p:sldId id="772" r:id="rId22"/>
    <p:sldId id="773" r:id="rId23"/>
    <p:sldId id="774" r:id="rId24"/>
    <p:sldId id="775" r:id="rId25"/>
    <p:sldId id="776" r:id="rId26"/>
    <p:sldId id="777" r:id="rId27"/>
    <p:sldId id="778" r:id="rId28"/>
    <p:sldId id="779" r:id="rId29"/>
    <p:sldId id="780" r:id="rId30"/>
    <p:sldId id="781" r:id="rId31"/>
    <p:sldId id="782" r:id="rId32"/>
    <p:sldId id="783" r:id="rId33"/>
    <p:sldId id="784" r:id="rId34"/>
    <p:sldId id="261" r:id="rId35"/>
  </p:sldIdLst>
  <p:sldSz cx="9144000" cy="5143500" type="screen16x9"/>
  <p:notesSz cx="6858000" cy="9144000"/>
  <p:defaultTextStyle>
    <a:lvl1pPr marL="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44" autoAdjust="0"/>
    <p:restoredTop sz="95341" autoAdjust="0"/>
  </p:normalViewPr>
  <p:slideViewPr>
    <p:cSldViewPr>
      <p:cViewPr varScale="1">
        <p:scale>
          <a:sx n="91" d="100"/>
          <a:sy n="91" d="100"/>
        </p:scale>
        <p:origin x="642" y="9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310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4692"/>
    </p:cViewPr>
  </p:sorterViewPr>
  <p:notesViewPr>
    <p:cSldViewPr>
      <p:cViewPr varScale="1">
        <p:scale>
          <a:sx n="56" d="100"/>
          <a:sy n="56" d="100"/>
        </p:scale>
        <p:origin x="-2544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E7CCEC-F375-47DE-A104-C51D471F5D4A}" type="datetimeFigureOut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CIA Group, NIT Silchar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A8795-897B-48CF-9E16-76DD5A1A90C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019695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  <a:extLst/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  <a:extLst/>
          </a:lstStyle>
          <a:p>
            <a:fld id="{A8ADFD5B-A66C-449C-B6E8-FB716D07777D}" type="datetimeFigureOut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  <a:extLst/>
          </a:lstStyle>
          <a:p>
            <a:r>
              <a:rPr lang="en-US"/>
              <a:t>CIA Group, NIT Silchar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  <a:extLst/>
          </a:lstStyle>
          <a:p>
            <a:fld id="{CA5D3BF3-D352-46FC-8343-31F56E6730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912607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8ADFD5B-A66C-449C-B6E8-FB716D07777D}" type="datetimeFigureOut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491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3490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0647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9347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431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924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8448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3900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2902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5669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4173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934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9521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2728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1890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1308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8430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2884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5971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5706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7701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0260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5237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6782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7832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3673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5128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7700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0683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2040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60719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8B4435BD-B0AE-4783-8DAA-2C1BEA779722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CIA Group, NIT Silchar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33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478274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-9144" y="4539996"/>
            <a:ext cx="2249424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359152" y="4533138"/>
            <a:ext cx="6784848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4537528"/>
            <a:ext cx="6515100" cy="514350"/>
          </a:xfrm>
        </p:spPr>
        <p:txBody>
          <a:bodyPr anchor="ctr"/>
          <a:lstStyle>
            <a:lvl1pPr marL="0" indent="0" algn="l">
              <a:buNone/>
              <a:defRPr sz="28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4551524"/>
            <a:ext cx="2057400" cy="51435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7D9E0201-1172-46A8-B449-C16CA273C4C0}" type="datetime1">
              <a:rPr lang="en-US" smtClean="0">
                <a:solidFill>
                  <a:srgbClr val="FFFFFF"/>
                </a:solidFill>
              </a:rPr>
              <a:pPr algn="ctr"/>
              <a:t>1/15/2020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177404"/>
            <a:ext cx="5867400" cy="273844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  <a:extLst/>
          </a:lstStyle>
          <a:p>
            <a:pPr algn="r"/>
            <a:r>
              <a:rPr lang="sv-SE">
                <a:solidFill>
                  <a:schemeClr val="tx2"/>
                </a:solidFill>
              </a:rPr>
              <a:t>Comprehensive Examination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171450"/>
            <a:ext cx="838200" cy="2857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8F82E0A0-C266-4798-8C8F-B9F91E9DA37E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2362200" y="2343150"/>
            <a:ext cx="6477000" cy="2038350"/>
          </a:xfrm>
        </p:spPr>
        <p:txBody>
          <a:bodyPr rtlCol="0" anchor="b"/>
          <a:lstStyle>
            <a:lvl1pPr>
              <a:defRPr cap="all" baseline="0"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6CF04-9D38-4138-96FE-8590975F0570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7123113" cy="1254919"/>
          </a:xfrm>
        </p:spPr>
        <p:txBody>
          <a:bodyPr anchor="t"/>
          <a:lstStyle>
            <a:lvl1pPr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9144000" cy="85725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200150"/>
            <a:ext cx="1295400" cy="7429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371600" y="1200150"/>
            <a:ext cx="7772400" cy="7429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1200150"/>
            <a:ext cx="7620000" cy="74295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  <a:extLst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0BA6-F9BC-4237-A171-55B2A5EA49AC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314450"/>
            <a:ext cx="1295400" cy="526257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en-US" sz="2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3886200" cy="3268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1" y="1352549"/>
            <a:ext cx="3886200" cy="3268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7BB07DAD-E28C-4101-A1A4-96E7BC35467B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sv-SE"/>
              <a:t>Comprehensive Examination</a:t>
            </a:r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8110"/>
            <a:ext cx="8153400" cy="100584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919818"/>
            <a:ext cx="3886200" cy="262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919818"/>
            <a:ext cx="3886200" cy="262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6D69AE0B-12EF-42DE-B742-20E75D13F465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09600" y="1362287"/>
            <a:ext cx="3886200" cy="530352"/>
          </a:xfrm>
          <a:solidFill>
            <a:schemeClr val="accent2"/>
          </a:solidFill>
        </p:spPr>
        <p:txBody>
          <a:bodyPr rtlCol="0" anchor="ctr"/>
          <a:lstStyle>
            <a:lvl1pPr>
              <a:buFontTx/>
              <a:buNone/>
              <a:defRPr sz="2000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00600" y="1362287"/>
            <a:ext cx="3886200" cy="530352"/>
          </a:xfrm>
          <a:solidFill>
            <a:schemeClr val="accent4"/>
          </a:solidFill>
        </p:spPr>
        <p:txBody>
          <a:bodyPr rtlCol="0" anchor="ctr"/>
          <a:lstStyle>
            <a:lvl1pPr>
              <a:buFontTx/>
              <a:buNone/>
              <a:defRPr sz="2000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20636-CDAB-48CF-9828-BF9910A1BB53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8649A-142D-4661-9B46-41CD3A9827AE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4686300"/>
            <a:ext cx="533400" cy="2857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</p:spPr>
        <p:txBody>
          <a:bodyPr anchor="b"/>
          <a:lstStyle>
            <a:lvl1pPr algn="l">
              <a:buNone/>
              <a:defRPr sz="4200" b="0"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FF55C-8DA9-42A6-9B12-54705FFFEF92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1600200" cy="31242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362200" y="1428750"/>
            <a:ext cx="6400800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57668" y="0"/>
            <a:ext cx="7586332" cy="3419856"/>
          </a:xfrm>
          <a:solidFill>
            <a:schemeClr val="tx2">
              <a:shade val="50000"/>
            </a:schemeClr>
          </a:solidFill>
          <a:ln>
            <a:noFill/>
          </a:ln>
        </p:spPr>
        <p:txBody>
          <a:bodyPr/>
          <a:lstStyle>
            <a:lvl1pPr>
              <a:buNone/>
              <a:defRPr sz="3200"/>
            </a:lvl1pPr>
            <a:extLst/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4114800"/>
            <a:ext cx="7315200" cy="51435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-9144" y="3429000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-9144" y="3497580"/>
            <a:ext cx="1463040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545336" y="3490722"/>
            <a:ext cx="7589520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543300"/>
            <a:ext cx="7315200" cy="4572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447800" y="0"/>
            <a:ext cx="100584" cy="515035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4686300"/>
            <a:ext cx="2667000" cy="273844"/>
          </a:xfrm>
        </p:spPr>
        <p:txBody>
          <a:bodyPr rtlCol="0"/>
          <a:lstStyle/>
          <a:p>
            <a:fld id="{DC3FF209-DE36-4729-95CB-0AA76895932A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3500437"/>
            <a:ext cx="1447800" cy="497684"/>
          </a:xfrm>
        </p:spPr>
        <p:txBody>
          <a:bodyPr rtlCol="0"/>
          <a:lstStyle>
            <a:lvl1pPr>
              <a:defRPr sz="2800"/>
            </a:lvl1pPr>
            <a:extLst/>
          </a:lstStyle>
          <a:p>
            <a:pPr algn="ctr"/>
            <a:fld id="{8F82E0A0-C266-4798-8C8F-B9F91E9DA37E}" type="slidenum">
              <a:rPr lang="en-US" sz="28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80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4686155"/>
            <a:ext cx="4572000" cy="273844"/>
          </a:xfrm>
        </p:spPr>
        <p:txBody>
          <a:bodyPr rtlCol="0"/>
          <a:lstStyle/>
          <a:p>
            <a:r>
              <a:rPr lang="sv-SE"/>
              <a:t>Comprehensive Examination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435E0-6C97-4F43-A6D8-9B45077C310A}" type="datetime1">
              <a:rPr lang="en-US" smtClean="0"/>
              <a:pPr/>
              <a:t>1/15/2020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82512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269923"/>
            <a:ext cx="7406640" cy="1104138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387548"/>
            <a:ext cx="7406640" cy="131445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67CD7FE0-7A06-4323-A633-093765BF90D0}" type="datetime1">
              <a:rPr lang="en-US" smtClean="0">
                <a:solidFill>
                  <a:srgbClr val="FFFFFF"/>
                </a:solidFill>
              </a:rPr>
              <a:pPr algn="ctr"/>
              <a:t>1/15/2020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sv-SE">
                <a:solidFill>
                  <a:schemeClr val="tx2"/>
                </a:solidFill>
              </a:rPr>
              <a:t>Comprehensive Examination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921433" y="1060352"/>
            <a:ext cx="210312" cy="157734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008762"/>
            <a:ext cx="64008" cy="48006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 Black" pitchFamily="34" charset="0"/>
              </a:defRPr>
            </a:lvl1pPr>
            <a:extLst/>
          </a:lstStyle>
          <a:p>
            <a:fld id="{E25FD23A-F8F8-4D69-A395-0AF2E89CE2FE}" type="datetime1">
              <a:rPr lang="en-US" smtClean="0"/>
              <a:pPr/>
              <a:t>1/15/2020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 Black" pitchFamily="34" charset="0"/>
              </a:defRPr>
            </a:lvl1pPr>
            <a:extLst/>
          </a:lstStyle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 Black" pitchFamily="34" charset="0"/>
              </a:defRPr>
            </a:lvl1pPr>
            <a:extLst/>
          </a:lstStyle>
          <a:p>
            <a:fld id="{8379391B-7504-45C9-9DE3-8766B2043D5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41"/>
            <a:ext cx="6858000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1950244"/>
            <a:ext cx="6400800" cy="17145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800100"/>
            <a:ext cx="6400800" cy="1132284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4E1A9-E001-42AC-A12F-6AE7E6ACAE3C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2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110992"/>
            <a:ext cx="210312" cy="157734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059403"/>
            <a:ext cx="64008" cy="48006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05740"/>
            <a:ext cx="7498080" cy="85725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143000"/>
            <a:ext cx="3657600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143000"/>
            <a:ext cx="3657600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C0CAF-2C82-460F-90D1-C2C7BBC7E712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70252"/>
            <a:ext cx="8229600" cy="85725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46209"/>
            <a:ext cx="4023360" cy="48006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246209"/>
            <a:ext cx="4023360" cy="48006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727002"/>
            <a:ext cx="4023360" cy="30861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727002"/>
            <a:ext cx="4023360" cy="30861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89E26-1FCC-4B3F-B660-C2B03C75462E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05740"/>
            <a:ext cx="7498080" cy="85725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AAF2D-C4FA-4AD1-B9C5-541A2E6970C2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51435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B0D40-64F2-4F15-9F14-A1518D69498A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CB7D-F184-43C7-B6FD-03D728E1BBFF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2583"/>
            <a:ext cx="3810000" cy="871538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055223"/>
            <a:ext cx="3810000" cy="523875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8153400" cy="299442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EEF6F-9573-4DF5-91E4-4DE0B495F90F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800100"/>
            <a:ext cx="2743200" cy="14859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42512-B60A-4109-B5B7-BD8026229EC1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28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800" dirty="0"/>
          </a:p>
        </p:txBody>
      </p:sp>
      <p:sp>
        <p:nvSpPr>
          <p:cNvPr id="8" name="Rectangle 7"/>
          <p:cNvSpPr/>
          <p:nvPr/>
        </p:nvSpPr>
        <p:spPr>
          <a:xfrm>
            <a:off x="762000" y="800100"/>
            <a:ext cx="4572000" cy="3429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857253"/>
            <a:ext cx="4419600" cy="2635898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715756"/>
            <a:ext cx="685800" cy="153233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702589"/>
            <a:ext cx="649224" cy="153233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3600450"/>
            <a:ext cx="4419600" cy="5715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C59F6-45D1-4175-A54A-8AB8C4EE273E}" type="datetime1">
              <a:rPr lang="en-US" smtClean="0"/>
              <a:pPr/>
              <a:t>1/15/2020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05979"/>
            <a:ext cx="1828800" cy="4388644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05980"/>
            <a:ext cx="5562600" cy="438864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AC681-2384-4687-86E8-D9B3D82CEF60}" type="datetime1">
              <a:rPr lang="en-US" smtClean="0"/>
              <a:pPr/>
              <a:t>1/15/2020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352550"/>
            <a:ext cx="8153400" cy="324231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 vert="horz" anchor="ctr" anchorCtr="0"/>
          <a:lstStyle>
            <a:lvl1pPr algn="l">
              <a:defRPr sz="1400">
                <a:solidFill>
                  <a:schemeClr val="tx2"/>
                </a:solidFill>
              </a:defRPr>
            </a:lvl1pPr>
            <a:extLst/>
          </a:lstStyle>
          <a:p>
            <a:fld id="{DA7DA67F-3754-43B5-87B0-B6D0DE63B7D4}" type="datetime1">
              <a:rPr lang="en-US" smtClean="0"/>
              <a:pPr/>
              <a:t>1/15/2020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 vert="horz" anchor="ctr"/>
          <a:lstStyle>
            <a:lvl1pPr algn="r">
              <a:defRPr sz="1400">
                <a:solidFill>
                  <a:schemeClr val="tx2"/>
                </a:solidFill>
              </a:defRPr>
            </a:lvl1pPr>
            <a:extLst/>
          </a:lstStyle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95170"/>
            <a:ext cx="9144000" cy="24003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129460"/>
            <a:ext cx="533400" cy="1714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90550" y="1129460"/>
            <a:ext cx="8553450" cy="1714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123507"/>
            <a:ext cx="533400" cy="183357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</p:sldLayoutIdLst>
  <p:transition spd="med">
    <p:fade/>
  </p:transition>
  <p:hf hdr="0"/>
  <p:txStyles>
    <p:titleStyle>
      <a:lvl1pPr algn="l" rtl="0" eaLnBrk="1" latinLnBrk="0" hangingPunct="1">
        <a:spcBef>
          <a:spcPct val="0"/>
        </a:spcBef>
        <a:buNone/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extLst/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611941"/>
            <a:ext cx="1638887" cy="1229165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7" y="15827"/>
            <a:ext cx="1702191" cy="1276643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791308"/>
            <a:ext cx="1125717" cy="826968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41"/>
            <a:ext cx="8131127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05978"/>
            <a:ext cx="7498080" cy="85725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085850"/>
            <a:ext cx="7498080" cy="360045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D91CAD21-3FB9-4A34-A2B6-4B037A24C587}" type="datetime1">
              <a:rPr lang="en-US" smtClean="0"/>
              <a:pPr/>
              <a:t>1/15/2020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fade/>
  </p:transition>
  <p:hf hdr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52400" y="1962150"/>
            <a:ext cx="9601200" cy="838200"/>
          </a:xfrm>
        </p:spPr>
        <p:txBody>
          <a:bodyPr>
            <a:no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algn="ctr"/>
            <a:r>
              <a:rPr lang="en-US" sz="3200" b="1" cap="none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Object Oriented Programming using Java (ECSE102L)</a:t>
            </a:r>
            <a:endParaRPr lang="en-US" sz="3200" i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1333500" y="4286250"/>
            <a:ext cx="6972300" cy="800100"/>
          </a:xfrm>
        </p:spPr>
        <p:txBody>
          <a:bodyPr>
            <a:noAutofit/>
          </a:bodyPr>
          <a:lstStyle/>
          <a:p>
            <a:pPr algn="ctr"/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Calibri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200150"/>
            <a:ext cx="7485888" cy="3657600"/>
          </a:xfrm>
        </p:spPr>
        <p:txBody>
          <a:bodyPr>
            <a:normAutofit/>
          </a:bodyPr>
          <a:lstStyle/>
          <a:p>
            <a:pPr marL="539496" indent="-457200" algn="just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Finding output of loop</a:t>
            </a: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Finding output of nested loop</a:t>
            </a: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272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Finding Output of Loop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3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DBEE9-CA64-47EC-A10B-C5FE71AA9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857250"/>
            <a:ext cx="7943088" cy="4076700"/>
          </a:xfrm>
        </p:spPr>
        <p:txBody>
          <a:bodyPr>
            <a:normAutofit/>
          </a:bodyPr>
          <a:lstStyle/>
          <a:p>
            <a:pPr lvl="2"/>
            <a:endParaRPr lang="en-US" altLang="en-US" sz="1600" dirty="0"/>
          </a:p>
          <a:p>
            <a:pPr lvl="2" algn="just">
              <a:buFont typeface="Wingdings" panose="05000000000000000000" pitchFamily="2" charset="2"/>
              <a:buChar char="v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444C98-1EB2-4E8B-BCE8-0BB9288DAC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154906"/>
            <a:ext cx="4334119" cy="3238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477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Finding Output of Loop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4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BCDAE-3EA4-422C-ACCD-3D8CFBDBC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82296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04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Finding Output of Loop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5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DBEE9-CA64-47EC-A10B-C5FE71AA9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857250"/>
            <a:ext cx="7943088" cy="4076700"/>
          </a:xfrm>
        </p:spPr>
        <p:txBody>
          <a:bodyPr>
            <a:normAutofit/>
          </a:bodyPr>
          <a:lstStyle/>
          <a:p>
            <a:pPr lvl="2"/>
            <a:endParaRPr lang="en-US" altLang="en-US" sz="1600" dirty="0"/>
          </a:p>
          <a:p>
            <a:pPr marL="658368" lvl="2" indent="0" algn="just"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21CE85-0EBE-42CE-A905-BA13733B79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0128" y="1123951"/>
            <a:ext cx="4262671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795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Finding Output of Loop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6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BCDAE-3EA4-422C-ACCD-3D8CFBDBC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82296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  <a:p>
            <a:pPr marL="82296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3</a:t>
            </a:r>
          </a:p>
          <a:p>
            <a:pPr marL="82296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2</a:t>
            </a:r>
          </a:p>
          <a:p>
            <a:pPr marL="82296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246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Finding Output of Loop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7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DBEE9-CA64-47EC-A10B-C5FE71AA9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250" y="710926"/>
            <a:ext cx="7943088" cy="4076700"/>
          </a:xfrm>
        </p:spPr>
        <p:txBody>
          <a:bodyPr>
            <a:normAutofit/>
          </a:bodyPr>
          <a:lstStyle/>
          <a:p>
            <a:pPr lvl="2"/>
            <a:endParaRPr lang="en-US" altLang="en-US" sz="1600" dirty="0"/>
          </a:p>
          <a:p>
            <a:pPr lvl="2" algn="just">
              <a:buFont typeface="Wingdings" panose="05000000000000000000" pitchFamily="2" charset="2"/>
              <a:buChar char="v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0FF102-2554-4AD6-B5AA-656A7974FE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737" y="1047750"/>
            <a:ext cx="6192114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664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Finding Output of Loop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8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BCDAE-3EA4-422C-ACCD-3D8CFBDBC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82296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2, j = 1, k = 5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9049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Finding Output of Loop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9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DBEE9-CA64-47EC-A10B-C5FE71AA9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857250"/>
            <a:ext cx="7943088" cy="4076700"/>
          </a:xfrm>
        </p:spPr>
        <p:txBody>
          <a:bodyPr>
            <a:normAutofit/>
          </a:bodyPr>
          <a:lstStyle/>
          <a:p>
            <a:pPr lvl="2"/>
            <a:endParaRPr lang="en-US" altLang="en-US" sz="1600" dirty="0"/>
          </a:p>
          <a:p>
            <a:pPr lvl="2" algn="just">
              <a:buFont typeface="Wingdings" panose="05000000000000000000" pitchFamily="2" charset="2"/>
              <a:buChar char="v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6D0138-3155-4F9B-B604-5640B7E583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050" y="1047750"/>
            <a:ext cx="435315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074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Finding Output of Loop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10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BCDAE-3EA4-422C-ACCD-3D8CFBDBC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82296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6^7^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2091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Finding Output of Loop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11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DBEE9-CA64-47EC-A10B-C5FE71AA9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857250"/>
            <a:ext cx="7943088" cy="4076700"/>
          </a:xfrm>
        </p:spPr>
        <p:txBody>
          <a:bodyPr>
            <a:normAutofit/>
          </a:bodyPr>
          <a:lstStyle/>
          <a:p>
            <a:pPr lvl="2"/>
            <a:endParaRPr lang="en-US" altLang="en-US" sz="1600" dirty="0"/>
          </a:p>
          <a:p>
            <a:pPr lvl="2" algn="just">
              <a:buFont typeface="Wingdings" panose="05000000000000000000" pitchFamily="2" charset="2"/>
              <a:buChar char="v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57BB95-5518-4ABB-8204-57DC4D027A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2024" y="1123950"/>
            <a:ext cx="4224576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474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Finding Output of Loop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12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BCDAE-3EA4-422C-ACCD-3D8CFBDBC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82296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</a:p>
          <a:p>
            <a:pPr marL="82296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Hello</a:t>
            </a:r>
          </a:p>
          <a:p>
            <a:pPr marL="82296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Hello</a:t>
            </a:r>
          </a:p>
          <a:p>
            <a:pPr marL="82296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.</a:t>
            </a:r>
          </a:p>
          <a:p>
            <a:pPr marL="82296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.</a:t>
            </a:r>
          </a:p>
          <a:p>
            <a:pPr marL="82296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.</a:t>
            </a:r>
          </a:p>
          <a:p>
            <a:pPr marL="82296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3495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Finding Output of Loop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13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DBEE9-CA64-47EC-A10B-C5FE71AA9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857250"/>
            <a:ext cx="7943088" cy="4076700"/>
          </a:xfrm>
        </p:spPr>
        <p:txBody>
          <a:bodyPr>
            <a:normAutofit/>
          </a:bodyPr>
          <a:lstStyle/>
          <a:p>
            <a:pPr lvl="2"/>
            <a:endParaRPr lang="en-US" altLang="en-US" sz="1600" dirty="0"/>
          </a:p>
          <a:p>
            <a:pPr lvl="2" algn="just">
              <a:buFont typeface="Wingdings" panose="05000000000000000000" pitchFamily="2" charset="2"/>
              <a:buChar char="v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ED61EB-9883-4ECF-972B-652C6134A3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986659"/>
            <a:ext cx="4686561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403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Finding Output of Loop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14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BCDAE-3EA4-422C-ACCD-3D8CFBDBC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82296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 a  y  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508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Finding Output of Loop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15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DBEE9-CA64-47EC-A10B-C5FE71AA9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857250"/>
            <a:ext cx="7943088" cy="4076700"/>
          </a:xfrm>
        </p:spPr>
        <p:txBody>
          <a:bodyPr>
            <a:normAutofit/>
          </a:bodyPr>
          <a:lstStyle/>
          <a:p>
            <a:pPr lvl="2"/>
            <a:endParaRPr lang="en-US" altLang="en-US" sz="1600" dirty="0"/>
          </a:p>
          <a:p>
            <a:pPr lvl="2" algn="just">
              <a:buFont typeface="Wingdings" panose="05000000000000000000" pitchFamily="2" charset="2"/>
              <a:buChar char="v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C53A06-84B5-4135-A9E3-DA192AECEC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4418" y="1123950"/>
            <a:ext cx="3867382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089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Finding Output of Loop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16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BCDAE-3EA4-422C-ACCD-3D8CFBDBC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82296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2358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Finding Output of Loop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17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DBEE9-CA64-47EC-A10B-C5FE71AA9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857250"/>
            <a:ext cx="7943088" cy="4076700"/>
          </a:xfrm>
        </p:spPr>
        <p:txBody>
          <a:bodyPr>
            <a:normAutofit/>
          </a:bodyPr>
          <a:lstStyle/>
          <a:p>
            <a:pPr lvl="2"/>
            <a:endParaRPr lang="en-US" altLang="en-US" sz="1600" dirty="0"/>
          </a:p>
          <a:p>
            <a:pPr lvl="2" algn="just">
              <a:buFont typeface="Wingdings" panose="05000000000000000000" pitchFamily="2" charset="2"/>
              <a:buChar char="v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E748CB-1E72-4A0D-BC45-851A66C446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152326"/>
            <a:ext cx="4495800" cy="3248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5447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Finding Output of Loop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18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BCDAE-3EA4-422C-ACCD-3D8CFBDBC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82296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a number:     //user will give number</a:t>
            </a:r>
          </a:p>
          <a:p>
            <a:pPr marL="82296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Enter a number:     //user will give number</a:t>
            </a:r>
          </a:p>
          <a:p>
            <a:pPr marL="82296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Enter a number:     //user will give number</a:t>
            </a:r>
          </a:p>
          <a:p>
            <a:pPr marL="82296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user will enter 0, sum will be calculated.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0615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Finding Output of Loop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19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DBEE9-CA64-47EC-A10B-C5FE71AA9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857250"/>
            <a:ext cx="7943088" cy="4076700"/>
          </a:xfrm>
        </p:spPr>
        <p:txBody>
          <a:bodyPr>
            <a:normAutofit/>
          </a:bodyPr>
          <a:lstStyle/>
          <a:p>
            <a:pPr lvl="2"/>
            <a:endParaRPr lang="en-US" altLang="en-US" sz="1600" dirty="0"/>
          </a:p>
          <a:p>
            <a:pPr lvl="2" algn="just">
              <a:buFont typeface="Wingdings" panose="05000000000000000000" pitchFamily="2" charset="2"/>
              <a:buChar char="v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6B4F2A-15EF-4390-B955-7C9593E7CD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653" y="1323728"/>
            <a:ext cx="4596093" cy="2895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6099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Finding Output of Loop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20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BCDAE-3EA4-422C-ACCD-3D8CFBDBC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82296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Hello! Count Please</a:t>
            </a:r>
          </a:p>
          <a:p>
            <a:pPr marL="82296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Hello! Count Please</a:t>
            </a:r>
          </a:p>
          <a:p>
            <a:pPr marL="82296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Hello! Count Please</a:t>
            </a:r>
          </a:p>
          <a:p>
            <a:pPr marL="82296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Hello! Count Please</a:t>
            </a:r>
          </a:p>
          <a:p>
            <a:pPr marL="82296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.</a:t>
            </a:r>
          </a:p>
          <a:p>
            <a:pPr marL="82296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.</a:t>
            </a:r>
          </a:p>
          <a:p>
            <a:pPr marL="82296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8520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Finding Output of Loop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21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DBEE9-CA64-47EC-A10B-C5FE71AA9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857250"/>
            <a:ext cx="7943088" cy="4076700"/>
          </a:xfrm>
        </p:spPr>
        <p:txBody>
          <a:bodyPr>
            <a:normAutofit/>
          </a:bodyPr>
          <a:lstStyle/>
          <a:p>
            <a:pPr lvl="2"/>
            <a:endParaRPr lang="en-US" altLang="en-US" sz="1600" dirty="0"/>
          </a:p>
          <a:p>
            <a:pPr lvl="2" algn="just">
              <a:buFont typeface="Wingdings" panose="05000000000000000000" pitchFamily="2" charset="2"/>
              <a:buChar char="v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21F84E-FE8D-449F-8CAE-FF5CE1F5A5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1380303"/>
            <a:ext cx="6373114" cy="261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6598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Finding Output of Loop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22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BCDAE-3EA4-422C-ACCD-3D8CFBDBC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82296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Lets see what print</a:t>
            </a:r>
          </a:p>
          <a:p>
            <a:pPr marL="82296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Surprize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see this Line here</a:t>
            </a:r>
          </a:p>
          <a:p>
            <a:pPr marL="82296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Lets see what print</a:t>
            </a:r>
          </a:p>
          <a:p>
            <a:pPr marL="82296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Surprize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see this Line here</a:t>
            </a:r>
          </a:p>
          <a:p>
            <a:pPr marL="82296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Lets see what print</a:t>
            </a:r>
          </a:p>
          <a:p>
            <a:pPr marL="82296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Surprize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see this Line here</a:t>
            </a:r>
          </a:p>
          <a:p>
            <a:pPr marL="82296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	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.</a:t>
            </a:r>
          </a:p>
          <a:p>
            <a:pPr marL="82296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1429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Finding Output of Loop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23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DBEE9-CA64-47EC-A10B-C5FE71AA9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857250"/>
            <a:ext cx="7943088" cy="4076700"/>
          </a:xfrm>
        </p:spPr>
        <p:txBody>
          <a:bodyPr>
            <a:normAutofit/>
          </a:bodyPr>
          <a:lstStyle/>
          <a:p>
            <a:pPr lvl="2"/>
            <a:endParaRPr lang="en-US" altLang="en-US" sz="1600" dirty="0"/>
          </a:p>
          <a:p>
            <a:pPr lvl="2" algn="just">
              <a:buFont typeface="Wingdings" panose="05000000000000000000" pitchFamily="2" charset="2"/>
              <a:buChar char="v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BA2D2D-D2C9-4E5F-9D8C-A5085517BB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123950"/>
            <a:ext cx="51054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2842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Finding Output of Loop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24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BCDAE-3EA4-422C-ACCD-3D8CFBDBC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82296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the loop = 0</a:t>
            </a:r>
          </a:p>
          <a:p>
            <a:pPr marL="82296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the loop = 1</a:t>
            </a:r>
          </a:p>
          <a:p>
            <a:pPr marL="82296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the loop = 2</a:t>
            </a:r>
          </a:p>
          <a:p>
            <a:pPr marL="82296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the loop = 3</a:t>
            </a:r>
          </a:p>
          <a:p>
            <a:pPr marL="82296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the loop = 4</a:t>
            </a:r>
          </a:p>
          <a:p>
            <a:pPr marL="82296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the loop = 5</a:t>
            </a:r>
          </a:p>
          <a:p>
            <a:pPr marL="82296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the loop = 6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5107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Finding Output of Loop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25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DBEE9-CA64-47EC-A10B-C5FE71AA9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857250"/>
            <a:ext cx="7943088" cy="4076700"/>
          </a:xfrm>
        </p:spPr>
        <p:txBody>
          <a:bodyPr>
            <a:normAutofit/>
          </a:bodyPr>
          <a:lstStyle/>
          <a:p>
            <a:pPr lvl="2"/>
            <a:endParaRPr lang="en-US" altLang="en-US" sz="1600" dirty="0"/>
          </a:p>
          <a:p>
            <a:pPr lvl="2" algn="just">
              <a:buFont typeface="Wingdings" panose="05000000000000000000" pitchFamily="2" charset="2"/>
              <a:buChar char="v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C2A669-599D-4193-8409-42BDE5C1A6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1162050"/>
            <a:ext cx="4116911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2266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Finding Output of Loop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26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BCDAE-3EA4-422C-ACCD-3D8CFBDBC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658368" lvl="2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marL="82296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1       2</a:t>
            </a:r>
          </a:p>
          <a:p>
            <a:pPr marL="82296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1       2       3</a:t>
            </a:r>
          </a:p>
          <a:p>
            <a:pPr marL="82296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1       2       3       4</a:t>
            </a:r>
          </a:p>
          <a:p>
            <a:pPr marL="82296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1       2       3       4       5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59209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Finding Output of Loop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27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DBEE9-CA64-47EC-A10B-C5FE71AA9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857250"/>
            <a:ext cx="7943088" cy="4076700"/>
          </a:xfrm>
        </p:spPr>
        <p:txBody>
          <a:bodyPr>
            <a:normAutofit/>
          </a:bodyPr>
          <a:lstStyle/>
          <a:p>
            <a:pPr lvl="2"/>
            <a:endParaRPr lang="en-US" altLang="en-US" sz="1600" dirty="0"/>
          </a:p>
          <a:p>
            <a:pPr lvl="2" algn="just">
              <a:buFont typeface="Wingdings" panose="05000000000000000000" pitchFamily="2" charset="2"/>
              <a:buChar char="v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7614F2-E3A7-4EDB-BC0C-FB7F2D23CF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700" y="857250"/>
            <a:ext cx="47625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189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Finding Output of Loop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28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BCDAE-3EA4-422C-ACCD-3D8CFBDBC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658368" lvl="2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*                             //Some space will be there. Then, * will be printed</a:t>
            </a:r>
          </a:p>
          <a:p>
            <a:pPr marL="658368" lvl="2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* *</a:t>
            </a:r>
          </a:p>
          <a:p>
            <a:pPr marL="658368" lvl="2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* * *</a:t>
            </a:r>
          </a:p>
          <a:p>
            <a:pPr marL="658368" lvl="2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* * * *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35013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Finding Output of Loop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29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DBEE9-CA64-47EC-A10B-C5FE71AA9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857250"/>
            <a:ext cx="7943088" cy="4076700"/>
          </a:xfrm>
        </p:spPr>
        <p:txBody>
          <a:bodyPr>
            <a:normAutofit/>
          </a:bodyPr>
          <a:lstStyle/>
          <a:p>
            <a:pPr lvl="2"/>
            <a:endParaRPr lang="en-US" altLang="en-US" sz="1600" dirty="0"/>
          </a:p>
          <a:p>
            <a:pPr lvl="2" algn="just">
              <a:buFont typeface="Wingdings" panose="05000000000000000000" pitchFamily="2" charset="2"/>
              <a:buChar char="v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F47944-CFD4-4A62-820B-EFEF7BD9C7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1047750"/>
            <a:ext cx="4114799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7220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Finding Output of Loop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30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BCDAE-3EA4-422C-ACCD-3D8CFBDBC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58368" lvl="2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marL="658368" lvl="2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marL="658368" lvl="2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  <a:p>
            <a:pPr marL="658368" lvl="2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 marL="658368" lvl="2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  <a:p>
            <a:pPr marL="658368" lvl="2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  <a:p>
            <a:pPr marL="658368" lvl="2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  <a:p>
            <a:pPr marL="658368" lvl="2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  <a:p>
            <a:pPr marL="658368" lvl="2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  <a:p>
            <a:pPr marL="658368" lvl="2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</a:p>
          <a:p>
            <a:pPr marL="82296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03767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Finding Output of Loop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31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DBEE9-CA64-47EC-A10B-C5FE71AA9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857250"/>
            <a:ext cx="7943088" cy="4076700"/>
          </a:xfrm>
        </p:spPr>
        <p:txBody>
          <a:bodyPr>
            <a:normAutofit/>
          </a:bodyPr>
          <a:lstStyle/>
          <a:p>
            <a:pPr lvl="2"/>
            <a:endParaRPr lang="en-US" altLang="en-US" sz="1600" dirty="0"/>
          </a:p>
          <a:p>
            <a:pPr lvl="2" algn="just">
              <a:buFont typeface="Wingdings" panose="05000000000000000000" pitchFamily="2" charset="2"/>
              <a:buChar char="v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76A521-2B1A-495F-A42B-79DE690B4F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654" y="1166616"/>
            <a:ext cx="5100946" cy="3233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1838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Finding Output of Loop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32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BCDAE-3EA4-422C-ACCD-3D8CFBDBC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658368" lvl="2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1; j = 1</a:t>
            </a:r>
          </a:p>
        </p:txBody>
      </p:sp>
    </p:spTree>
    <p:extLst>
      <p:ext uri="{BB962C8B-B14F-4D97-AF65-F5344CB8AC3E}">
        <p14:creationId xmlns:p14="http://schemas.microsoft.com/office/powerpoint/2010/main" val="10469301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BDC88-5686-4D8C-A45E-430AC6155FF9}" type="datetime1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1/15/2020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sv-SE">
                <a:latin typeface="Times New Roman" pitchFamily="18" charset="0"/>
                <a:cs typeface="Times New Roman" pitchFamily="18" charset="0"/>
              </a:rPr>
              <a:t>Comprehensive Examination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lnSpcReduction="10000"/>
          </a:bodyPr>
          <a:lstStyle/>
          <a:p>
            <a:pPr algn="ctr"/>
            <a:fld id="{8F82E0A0-C266-4798-8C8F-B9F91E9DA37E}" type="slidenum">
              <a:rPr lang="en-US" sz="2800" b="1" smtClean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 algn="ctr"/>
              <a:t>33</a:t>
            </a:fld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7014" y="2985191"/>
            <a:ext cx="5126986" cy="2158309"/>
          </a:xfrm>
          <a:prstGeom prst="rect">
            <a:avLst/>
          </a:prstGeom>
        </p:spPr>
      </p:pic>
      <p:pic>
        <p:nvPicPr>
          <p:cNvPr id="10" name="Picture 9" descr="263762-frederika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962400" y="0"/>
            <a:ext cx="5181600" cy="3028950"/>
          </a:xfrm>
          <a:prstGeom prst="rect">
            <a:avLst/>
          </a:prstGeom>
        </p:spPr>
      </p:pic>
      <p:pic>
        <p:nvPicPr>
          <p:cNvPr id="13" name="Picture 12" descr="10426693503_00e4413427_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4038599" cy="514350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WidescreenPresentation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0</TotalTime>
  <Words>534</Words>
  <Application>Microsoft Office PowerPoint</Application>
  <PresentationFormat>On-screen Show (16:9)</PresentationFormat>
  <Paragraphs>280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Arial Black</vt:lpstr>
      <vt:lpstr>Calibri</vt:lpstr>
      <vt:lpstr>Gill Sans MT</vt:lpstr>
      <vt:lpstr>Times New Roman</vt:lpstr>
      <vt:lpstr>Tw Cen MT</vt:lpstr>
      <vt:lpstr>Verdana</vt:lpstr>
      <vt:lpstr>Wingdings</vt:lpstr>
      <vt:lpstr>Wingdings 2</vt:lpstr>
      <vt:lpstr>WidescreenPresentation</vt:lpstr>
      <vt:lpstr>Solstice</vt:lpstr>
      <vt:lpstr>Object Oriented Programming using Java (ECSE102L)</vt:lpstr>
      <vt:lpstr>Outline</vt:lpstr>
      <vt:lpstr>Finding Output of Loop</vt:lpstr>
      <vt:lpstr>    Finding Output of Loop (Cont…)</vt:lpstr>
      <vt:lpstr>Finding Output of Loop</vt:lpstr>
      <vt:lpstr>    Finding Output of Loop (Cont…)</vt:lpstr>
      <vt:lpstr>Finding Output of Loop</vt:lpstr>
      <vt:lpstr>    Finding Output of Loop (Cont…)</vt:lpstr>
      <vt:lpstr>Finding Output of Loop</vt:lpstr>
      <vt:lpstr>    Finding Output of Loop (Cont…)</vt:lpstr>
      <vt:lpstr>Finding Output of Loop</vt:lpstr>
      <vt:lpstr>    Finding Output of Loop (Cont…)</vt:lpstr>
      <vt:lpstr>Finding Output of Loop</vt:lpstr>
      <vt:lpstr>    Finding Output of Loop (Cont…)</vt:lpstr>
      <vt:lpstr>Finding Output of Loop</vt:lpstr>
      <vt:lpstr>    Finding Output of Loop (Cont…)</vt:lpstr>
      <vt:lpstr>Finding Output of Loop</vt:lpstr>
      <vt:lpstr>    Finding Output of Loop (Cont…)</vt:lpstr>
      <vt:lpstr>Finding Output of Loop</vt:lpstr>
      <vt:lpstr>    Finding Output of Loop (Cont…)</vt:lpstr>
      <vt:lpstr>Finding Output of Loop</vt:lpstr>
      <vt:lpstr>    Finding Output of Loop (Cont…)</vt:lpstr>
      <vt:lpstr>Finding Output of Loop</vt:lpstr>
      <vt:lpstr>    Finding Output of Loop (Cont…)</vt:lpstr>
      <vt:lpstr>Finding Output of Loop</vt:lpstr>
      <vt:lpstr>    Finding Output of Loop (Cont…)</vt:lpstr>
      <vt:lpstr>Finding Output of Loop</vt:lpstr>
      <vt:lpstr>    Finding Output of Loop (Cont…)</vt:lpstr>
      <vt:lpstr>Finding Output of Loop</vt:lpstr>
      <vt:lpstr>    Finding Output of Loop (Cont…)</vt:lpstr>
      <vt:lpstr>Finding Output of Loop</vt:lpstr>
      <vt:lpstr>    Finding Output of Loop (Cont…)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2012-12-10T10:37:09Z</dcterms:created>
  <dcterms:modified xsi:type="dcterms:W3CDTF">2020-01-15T06:12:01Z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1033</vt:i4>
  </property>
  <property fmtid="{D5CDD505-2E9C-101B-9397-08002B2CF9AE}" pid="3" name="_Version">
    <vt:lpwstr>12.0.4518</vt:lpwstr>
  </property>
</Properties>
</file>